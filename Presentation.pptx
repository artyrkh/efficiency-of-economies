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1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2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3" r:id="rId10"/>
    <p:sldId id="274" r:id="rId11"/>
    <p:sldId id="275" r:id="rId12"/>
    <p:sldId id="277" r:id="rId13"/>
    <p:sldId id="276" r:id="rId14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865"/>
  </p:normalViewPr>
  <p:slideViewPr>
    <p:cSldViewPr snapToGrid="0" snapToObjects="1">
      <p:cViewPr varScale="1">
        <p:scale>
          <a:sx n="70" d="100"/>
          <a:sy n="70" d="100"/>
        </p:scale>
        <p:origin x="84" y="1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../embeddings/oleObject1.bin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../embeddings/oleObject2.bin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C:\Users\&#1040;&#1088;&#1090;&#1091;&#1088;\Desktop\&#1054;&#1090;&#1095;&#1077;&#1090;\&#1055;&#1086;&#1090;&#1077;&#1085;&#1094;&#1080;&#1072;&#1083;&#1100;&#1085;&#1099;&#1081;%20&#1042;&#1042;&#1055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Взаємозв'язок</a:t>
            </a:r>
            <a:r>
              <a:rPr lang="ru-RU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темпів економічного росту та обсягу держави</a:t>
            </a:r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28575" cap="rnd">
                <a:solidFill>
                  <a:srgbClr val="C00000"/>
                </a:solidFill>
                <a:prstDash val="sysDash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7.1899715376413723E-2"/>
                  <c:y val="-0.51207502808724115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ysClr val="windowText" lastClr="000000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RU"/>
                </a:p>
              </c:txPr>
            </c:trendlineLbl>
          </c:trendline>
          <c:xVal>
            <c:numRef>
              <c:f>GovUA!$BG$1:$BG$857</c:f>
              <c:numCache>
                <c:formatCode>0</c:formatCode>
                <c:ptCount val="743"/>
                <c:pt idx="1">
                  <c:v>53.102984622377001</c:v>
                </c:pt>
                <c:pt idx="2">
                  <c:v>45.146658105093003</c:v>
                </c:pt>
                <c:pt idx="3">
                  <c:v>45.370577819535001</c:v>
                </c:pt>
                <c:pt idx="4">
                  <c:v>46.216730285699001</c:v>
                </c:pt>
                <c:pt idx="5">
                  <c:v>47.018564313329001</c:v>
                </c:pt>
                <c:pt idx="6">
                  <c:v>47.533827328131999</c:v>
                </c:pt>
                <c:pt idx="7">
                  <c:v>48.711680230001001</c:v>
                </c:pt>
                <c:pt idx="8">
                  <c:v>47.261408321513997</c:v>
                </c:pt>
                <c:pt idx="9">
                  <c:v>47.154798483599997</c:v>
                </c:pt>
                <c:pt idx="10">
                  <c:v>46.627359002757998</c:v>
                </c:pt>
                <c:pt idx="11">
                  <c:v>46.393781600352</c:v>
                </c:pt>
                <c:pt idx="12">
                  <c:v>45.539127367709</c:v>
                </c:pt>
                <c:pt idx="13">
                  <c:v>43.409696779619999</c:v>
                </c:pt>
                <c:pt idx="14">
                  <c:v>45.052563301402998</c:v>
                </c:pt>
                <c:pt idx="15">
                  <c:v>49.361051885400002</c:v>
                </c:pt>
                <c:pt idx="16">
                  <c:v>50.175861225006003</c:v>
                </c:pt>
                <c:pt idx="17">
                  <c:v>50.856481356553999</c:v>
                </c:pt>
                <c:pt idx="18">
                  <c:v>49.354403599121</c:v>
                </c:pt>
                <c:pt idx="19">
                  <c:v>60.267238707093</c:v>
                </c:pt>
                <c:pt idx="20">
                  <c:v>50.842183858873</c:v>
                </c:pt>
                <c:pt idx="21">
                  <c:v>48.710511008272</c:v>
                </c:pt>
                <c:pt idx="22">
                  <c:v>46.162766546663001</c:v>
                </c:pt>
                <c:pt idx="23">
                  <c:v>44.070046708656001</c:v>
                </c:pt>
                <c:pt idx="24">
                  <c:v>43.469285883997003</c:v>
                </c:pt>
                <c:pt idx="25">
                  <c:v>43.376703037938</c:v>
                </c:pt>
                <c:pt idx="26">
                  <c:v>51.354344466668998</c:v>
                </c:pt>
                <c:pt idx="27">
                  <c:v>49.461349533654001</c:v>
                </c:pt>
                <c:pt idx="28">
                  <c:v>47.036083152021</c:v>
                </c:pt>
                <c:pt idx="29">
                  <c:v>46.5</c:v>
                </c:pt>
                <c:pt idx="30">
                  <c:v>41.532183537112999</c:v>
                </c:pt>
                <c:pt idx="31">
                  <c:v>33.453456158244002</c:v>
                </c:pt>
                <c:pt idx="32">
                  <c:v>33.102013066730997</c:v>
                </c:pt>
                <c:pt idx="33">
                  <c:v>34.392813590476003</c:v>
                </c:pt>
                <c:pt idx="34">
                  <c:v>33.456317374076001</c:v>
                </c:pt>
                <c:pt idx="35">
                  <c:v>33.519457613697</c:v>
                </c:pt>
                <c:pt idx="36">
                  <c:v>34.726368110030002</c:v>
                </c:pt>
                <c:pt idx="37">
                  <c:v>35.113303244906</c:v>
                </c:pt>
                <c:pt idx="38">
                  <c:v>35.036544908010001</c:v>
                </c:pt>
                <c:pt idx="39">
                  <c:v>33.164326262400998</c:v>
                </c:pt>
                <c:pt idx="40">
                  <c:v>32.082391123748998</c:v>
                </c:pt>
                <c:pt idx="41">
                  <c:v>31.815911654219999</c:v>
                </c:pt>
                <c:pt idx="42">
                  <c:v>33.654559699012999</c:v>
                </c:pt>
                <c:pt idx="43">
                  <c:v>32.301257155446997</c:v>
                </c:pt>
                <c:pt idx="44">
                  <c:v>33.857165279992998</c:v>
                </c:pt>
                <c:pt idx="45">
                  <c:v>34.565228166620997</c:v>
                </c:pt>
                <c:pt idx="46">
                  <c:v>35.271396090579998</c:v>
                </c:pt>
                <c:pt idx="47">
                  <c:v>36.312739407309998</c:v>
                </c:pt>
                <c:pt idx="48">
                  <c:v>37.431503306366999</c:v>
                </c:pt>
                <c:pt idx="49">
                  <c:v>34.980065677424001</c:v>
                </c:pt>
                <c:pt idx="50">
                  <c:v>33.467226016698</c:v>
                </c:pt>
                <c:pt idx="51">
                  <c:v>34.168655663586001</c:v>
                </c:pt>
                <c:pt idx="52">
                  <c:v>33.754543341857001</c:v>
                </c:pt>
                <c:pt idx="53">
                  <c:v>34.162993337296001</c:v>
                </c:pt>
                <c:pt idx="54">
                  <c:v>31.812970428951999</c:v>
                </c:pt>
                <c:pt idx="55">
                  <c:v>31.018636259189002</c:v>
                </c:pt>
                <c:pt idx="56">
                  <c:v>31.729295571744</c:v>
                </c:pt>
                <c:pt idx="57">
                  <c:v>33.310495565722</c:v>
                </c:pt>
                <c:pt idx="58">
                  <c:v>38.182739019130999</c:v>
                </c:pt>
                <c:pt idx="59">
                  <c:v>37.195032754316998</c:v>
                </c:pt>
                <c:pt idx="60">
                  <c:v>36.820642695083997</c:v>
                </c:pt>
                <c:pt idx="61">
                  <c:v>40.299999999999997</c:v>
                </c:pt>
                <c:pt idx="62">
                  <c:v>41.2</c:v>
                </c:pt>
                <c:pt idx="63">
                  <c:v>40.799999999999997</c:v>
                </c:pt>
                <c:pt idx="64">
                  <c:v>39.4</c:v>
                </c:pt>
                <c:pt idx="65">
                  <c:v>37.1</c:v>
                </c:pt>
                <c:pt idx="66">
                  <c:v>35.200000000000003</c:v>
                </c:pt>
                <c:pt idx="67">
                  <c:v>33.6</c:v>
                </c:pt>
                <c:pt idx="68">
                  <c:v>34.1</c:v>
                </c:pt>
                <c:pt idx="69">
                  <c:v>34.1</c:v>
                </c:pt>
                <c:pt idx="70">
                  <c:v>34.299999999999997</c:v>
                </c:pt>
                <c:pt idx="71">
                  <c:v>35.299999999999997</c:v>
                </c:pt>
                <c:pt idx="72">
                  <c:v>38.1</c:v>
                </c:pt>
                <c:pt idx="73">
                  <c:v>45</c:v>
                </c:pt>
                <c:pt idx="74">
                  <c:v>42.4</c:v>
                </c:pt>
                <c:pt idx="75">
                  <c:v>42.5</c:v>
                </c:pt>
                <c:pt idx="76">
                  <c:v>36.200000000000003</c:v>
                </c:pt>
                <c:pt idx="77">
                  <c:v>35.6</c:v>
                </c:pt>
                <c:pt idx="78">
                  <c:v>35</c:v>
                </c:pt>
                <c:pt idx="79">
                  <c:v>35.200000000000003</c:v>
                </c:pt>
                <c:pt idx="80">
                  <c:v>34.5</c:v>
                </c:pt>
                <c:pt idx="81">
                  <c:v>33.4</c:v>
                </c:pt>
                <c:pt idx="82">
                  <c:v>33.700000000000003</c:v>
                </c:pt>
                <c:pt idx="83">
                  <c:v>34.5</c:v>
                </c:pt>
                <c:pt idx="84">
                  <c:v>42.3</c:v>
                </c:pt>
                <c:pt idx="85">
                  <c:v>37.299999999999997</c:v>
                </c:pt>
                <c:pt idx="86">
                  <c:v>36.200000000000003</c:v>
                </c:pt>
                <c:pt idx="87">
                  <c:v>37.4</c:v>
                </c:pt>
                <c:pt idx="88">
                  <c:v>47.444649316976999</c:v>
                </c:pt>
                <c:pt idx="89">
                  <c:v>50.717277933733001</c:v>
                </c:pt>
                <c:pt idx="90">
                  <c:v>46.087457458063</c:v>
                </c:pt>
                <c:pt idx="91">
                  <c:v>44.701942416026</c:v>
                </c:pt>
                <c:pt idx="92">
                  <c:v>45.041417222682</c:v>
                </c:pt>
                <c:pt idx="93">
                  <c:v>45.422870640828002</c:v>
                </c:pt>
                <c:pt idx="94">
                  <c:v>43.479700244052999</c:v>
                </c:pt>
                <c:pt idx="95">
                  <c:v>44.235926529867001</c:v>
                </c:pt>
                <c:pt idx="96">
                  <c:v>44.451425308814002</c:v>
                </c:pt>
                <c:pt idx="97">
                  <c:v>42.900347374473</c:v>
                </c:pt>
                <c:pt idx="98">
                  <c:v>44.171919586225997</c:v>
                </c:pt>
                <c:pt idx="99">
                  <c:v>45.013678691598003</c:v>
                </c:pt>
                <c:pt idx="100">
                  <c:v>46.244608166535997</c:v>
                </c:pt>
                <c:pt idx="101">
                  <c:v>44.415221330439003</c:v>
                </c:pt>
                <c:pt idx="102">
                  <c:v>43.431586282390001</c:v>
                </c:pt>
                <c:pt idx="103">
                  <c:v>43.414987553109</c:v>
                </c:pt>
                <c:pt idx="104">
                  <c:v>42.907483645166003</c:v>
                </c:pt>
                <c:pt idx="105">
                  <c:v>41.736717853492003</c:v>
                </c:pt>
                <c:pt idx="106">
                  <c:v>41.334144972312998</c:v>
                </c:pt>
                <c:pt idx="107">
                  <c:v>41.419063200716003</c:v>
                </c:pt>
                <c:pt idx="108">
                  <c:v>41.447007098261999</c:v>
                </c:pt>
                <c:pt idx="109">
                  <c:v>41.875876505215999</c:v>
                </c:pt>
                <c:pt idx="110">
                  <c:v>48.247409944151002</c:v>
                </c:pt>
                <c:pt idx="111">
                  <c:v>44.091782543706998</c:v>
                </c:pt>
                <c:pt idx="112">
                  <c:v>43.535694708739001</c:v>
                </c:pt>
                <c:pt idx="113">
                  <c:v>47</c:v>
                </c:pt>
                <c:pt idx="114">
                  <c:v>37.108117943902997</c:v>
                </c:pt>
                <c:pt idx="115">
                  <c:v>35.957739694727998</c:v>
                </c:pt>
                <c:pt idx="116">
                  <c:v>45.368880069782001</c:v>
                </c:pt>
                <c:pt idx="117">
                  <c:v>50.291961237157999</c:v>
                </c:pt>
                <c:pt idx="118">
                  <c:v>52.089089571435998</c:v>
                </c:pt>
                <c:pt idx="119">
                  <c:v>51.669457352042997</c:v>
                </c:pt>
                <c:pt idx="120">
                  <c:v>56.814902801248003</c:v>
                </c:pt>
                <c:pt idx="121">
                  <c:v>58.940918751717</c:v>
                </c:pt>
                <c:pt idx="122">
                  <c:v>54.570116861435999</c:v>
                </c:pt>
                <c:pt idx="123">
                  <c:v>50.148355275933</c:v>
                </c:pt>
                <c:pt idx="124">
                  <c:v>50.065368714885999</c:v>
                </c:pt>
                <c:pt idx="125">
                  <c:v>48.847856776180997</c:v>
                </c:pt>
                <c:pt idx="126">
                  <c:v>48.854943683319</c:v>
                </c:pt>
                <c:pt idx="127">
                  <c:v>45.556169530862</c:v>
                </c:pt>
                <c:pt idx="128">
                  <c:v>44.899107686068</c:v>
                </c:pt>
                <c:pt idx="129">
                  <c:v>45.844546865228999</c:v>
                </c:pt>
                <c:pt idx="130">
                  <c:v>45.440518206077002</c:v>
                </c:pt>
                <c:pt idx="131">
                  <c:v>50.110565663844</c:v>
                </c:pt>
                <c:pt idx="132">
                  <c:v>48.642061753213</c:v>
                </c:pt>
                <c:pt idx="133">
                  <c:v>48.509072311661001</c:v>
                </c:pt>
                <c:pt idx="134">
                  <c:v>47.256931193174999</c:v>
                </c:pt>
                <c:pt idx="135">
                  <c:v>48.061477885411001</c:v>
                </c:pt>
                <c:pt idx="136">
                  <c:v>48.906512911404</c:v>
                </c:pt>
                <c:pt idx="137">
                  <c:v>47.390448701128001</c:v>
                </c:pt>
                <c:pt idx="138">
                  <c:v>45.841414717627003</c:v>
                </c:pt>
                <c:pt idx="139">
                  <c:v>44.16232481118</c:v>
                </c:pt>
                <c:pt idx="140">
                  <c:v>45.302703535391998</c:v>
                </c:pt>
                <c:pt idx="141">
                  <c:v>44.295440440988997</c:v>
                </c:pt>
                <c:pt idx="142">
                  <c:v>54.111458911165997</c:v>
                </c:pt>
                <c:pt idx="143">
                  <c:v>48.668875764027</c:v>
                </c:pt>
                <c:pt idx="144">
                  <c:v>45.119881686859003</c:v>
                </c:pt>
                <c:pt idx="145">
                  <c:v>46.6</c:v>
                </c:pt>
                <c:pt idx="146">
                  <c:v>52.8</c:v>
                </c:pt>
                <c:pt idx="147">
                  <c:v>41.696756329762998</c:v>
                </c:pt>
                <c:pt idx="148">
                  <c:v>41.598529495328002</c:v>
                </c:pt>
                <c:pt idx="149">
                  <c:v>41.881941404713999</c:v>
                </c:pt>
                <c:pt idx="150">
                  <c:v>41.169329728630998</c:v>
                </c:pt>
                <c:pt idx="151">
                  <c:v>40.846980395081999</c:v>
                </c:pt>
                <c:pt idx="152">
                  <c:v>42.324046418445</c:v>
                </c:pt>
                <c:pt idx="153">
                  <c:v>42.369782575546999</c:v>
                </c:pt>
                <c:pt idx="154">
                  <c:v>41.460502350546001</c:v>
                </c:pt>
                <c:pt idx="155">
                  <c:v>40.438856203587001</c:v>
                </c:pt>
                <c:pt idx="156">
                  <c:v>40.868593025728998</c:v>
                </c:pt>
                <c:pt idx="157">
                  <c:v>44.357411640940001</c:v>
                </c:pt>
                <c:pt idx="158">
                  <c:v>43.629995466920001</c:v>
                </c:pt>
                <c:pt idx="159">
                  <c:v>43.187653960554002</c:v>
                </c:pt>
                <c:pt idx="160">
                  <c:v>44.675087162551002</c:v>
                </c:pt>
                <c:pt idx="161">
                  <c:v>42.650171586394002</c:v>
                </c:pt>
                <c:pt idx="162">
                  <c:v>42.622060184557</c:v>
                </c:pt>
                <c:pt idx="163">
                  <c:v>41.934129491687003</c:v>
                </c:pt>
                <c:pt idx="164">
                  <c:v>39.751021133976003</c:v>
                </c:pt>
                <c:pt idx="165">
                  <c:v>38.980085674431002</c:v>
                </c:pt>
                <c:pt idx="166">
                  <c:v>40.594622456989001</c:v>
                </c:pt>
                <c:pt idx="167">
                  <c:v>41.053903497851998</c:v>
                </c:pt>
                <c:pt idx="168">
                  <c:v>47.218779880861</c:v>
                </c:pt>
                <c:pt idx="169">
                  <c:v>46.507409002578001</c:v>
                </c:pt>
                <c:pt idx="170">
                  <c:v>44.654422171306003</c:v>
                </c:pt>
                <c:pt idx="171">
                  <c:v>43.9</c:v>
                </c:pt>
                <c:pt idx="172">
                  <c:v>43.33</c:v>
                </c:pt>
                <c:pt idx="173">
                  <c:v>45.32</c:v>
                </c:pt>
                <c:pt idx="174">
                  <c:v>47.77</c:v>
                </c:pt>
                <c:pt idx="175">
                  <c:v>42.55</c:v>
                </c:pt>
                <c:pt idx="176">
                  <c:v>34.286743315708001</c:v>
                </c:pt>
                <c:pt idx="177">
                  <c:v>30.650715078388</c:v>
                </c:pt>
                <c:pt idx="178">
                  <c:v>31.464266895769001</c:v>
                </c:pt>
                <c:pt idx="179">
                  <c:v>33.817929726964003</c:v>
                </c:pt>
                <c:pt idx="180">
                  <c:v>32.598688992132999</c:v>
                </c:pt>
                <c:pt idx="181">
                  <c:v>31.941518078499001</c:v>
                </c:pt>
                <c:pt idx="182">
                  <c:v>32.010411639860003</c:v>
                </c:pt>
                <c:pt idx="183">
                  <c:v>38.596139270911003</c:v>
                </c:pt>
                <c:pt idx="184">
                  <c:v>35.504830677792</c:v>
                </c:pt>
                <c:pt idx="185">
                  <c:v>33.261211643707</c:v>
                </c:pt>
                <c:pt idx="186">
                  <c:v>34.028723457595</c:v>
                </c:pt>
                <c:pt idx="187">
                  <c:v>34.651869381731998</c:v>
                </c:pt>
                <c:pt idx="188">
                  <c:v>34.938208607476</c:v>
                </c:pt>
                <c:pt idx="189">
                  <c:v>35.273435566741</c:v>
                </c:pt>
                <c:pt idx="190">
                  <c:v>36.586202828673997</c:v>
                </c:pt>
                <c:pt idx="191">
                  <c:v>34.830154048337</c:v>
                </c:pt>
                <c:pt idx="192">
                  <c:v>32.62096188097</c:v>
                </c:pt>
                <c:pt idx="193">
                  <c:v>33.752263876454997</c:v>
                </c:pt>
                <c:pt idx="194">
                  <c:v>39.152577010820004</c:v>
                </c:pt>
                <c:pt idx="195">
                  <c:v>34.792572309192003</c:v>
                </c:pt>
                <c:pt idx="196">
                  <c:v>36.000244543413999</c:v>
                </c:pt>
                <c:pt idx="197">
                  <c:v>36.53</c:v>
                </c:pt>
                <c:pt idx="198">
                  <c:v>39.527092236115998</c:v>
                </c:pt>
                <c:pt idx="199">
                  <c:v>38.636439716319998</c:v>
                </c:pt>
                <c:pt idx="200">
                  <c:v>35.805350632996998</c:v>
                </c:pt>
                <c:pt idx="201">
                  <c:v>38.903082245344002</c:v>
                </c:pt>
                <c:pt idx="202">
                  <c:v>40.655135056699997</c:v>
                </c:pt>
                <c:pt idx="203">
                  <c:v>36.366287783655999</c:v>
                </c:pt>
                <c:pt idx="204">
                  <c:v>34.967447012839003</c:v>
                </c:pt>
                <c:pt idx="205">
                  <c:v>35.874353474174001</c:v>
                </c:pt>
                <c:pt idx="206">
                  <c:v>35.036057279956999</c:v>
                </c:pt>
                <c:pt idx="207">
                  <c:v>34.059935750249998</c:v>
                </c:pt>
                <c:pt idx="208">
                  <c:v>33.717790372617003</c:v>
                </c:pt>
                <c:pt idx="209">
                  <c:v>33.436682184962002</c:v>
                </c:pt>
                <c:pt idx="210">
                  <c:v>40.274470697573001</c:v>
                </c:pt>
                <c:pt idx="211">
                  <c:v>37.424635356548997</c:v>
                </c:pt>
                <c:pt idx="212">
                  <c:v>39.245530284890997</c:v>
                </c:pt>
                <c:pt idx="213">
                  <c:v>38.424115768889997</c:v>
                </c:pt>
                <c:pt idx="214">
                  <c:v>37.764431074463999</c:v>
                </c:pt>
                <c:pt idx="215">
                  <c:v>39.524762533946998</c:v>
                </c:pt>
                <c:pt idx="216">
                  <c:v>39.397367102110998</c:v>
                </c:pt>
                <c:pt idx="217">
                  <c:v>39.236154962546998</c:v>
                </c:pt>
                <c:pt idx="218">
                  <c:v>39.271298931018997</c:v>
                </c:pt>
                <c:pt idx="219">
                  <c:v>39.125942452190003</c:v>
                </c:pt>
                <c:pt idx="220">
                  <c:v>44.926738945220002</c:v>
                </c:pt>
                <c:pt idx="221">
                  <c:v>41.838405311435999</c:v>
                </c:pt>
                <c:pt idx="222">
                  <c:v>39.618851277688002</c:v>
                </c:pt>
                <c:pt idx="223">
                  <c:v>43.3</c:v>
                </c:pt>
                <c:pt idx="224">
                  <c:v>55.229814730923998</c:v>
                </c:pt>
                <c:pt idx="225">
                  <c:v>51.084016890035002</c:v>
                </c:pt>
                <c:pt idx="226">
                  <c:v>49.601143690234998</c:v>
                </c:pt>
                <c:pt idx="227">
                  <c:v>50.794136142741003</c:v>
                </c:pt>
                <c:pt idx="228">
                  <c:v>49.021116651225</c:v>
                </c:pt>
                <c:pt idx="229">
                  <c:v>47.347015757668999</c:v>
                </c:pt>
                <c:pt idx="230">
                  <c:v>47.252355896772997</c:v>
                </c:pt>
                <c:pt idx="231">
                  <c:v>50.994819907629001</c:v>
                </c:pt>
                <c:pt idx="232">
                  <c:v>49.121639292314001</c:v>
                </c:pt>
                <c:pt idx="233">
                  <c:v>48.721723076270003</c:v>
                </c:pt>
                <c:pt idx="234">
                  <c:v>49.318675673157003</c:v>
                </c:pt>
                <c:pt idx="235">
                  <c:v>51.357640011618997</c:v>
                </c:pt>
                <c:pt idx="236">
                  <c:v>49.861206815441001</c:v>
                </c:pt>
                <c:pt idx="237">
                  <c:v>48.745076320156997</c:v>
                </c:pt>
                <c:pt idx="238">
                  <c:v>50.559037186544003</c:v>
                </c:pt>
                <c:pt idx="239">
                  <c:v>50.061861030591999</c:v>
                </c:pt>
                <c:pt idx="240">
                  <c:v>50.045821168285002</c:v>
                </c:pt>
                <c:pt idx="241">
                  <c:v>50.379702820628999</c:v>
                </c:pt>
                <c:pt idx="242">
                  <c:v>46.797618703693999</c:v>
                </c:pt>
                <c:pt idx="243">
                  <c:v>46.717738826493999</c:v>
                </c:pt>
                <c:pt idx="244">
                  <c:v>46.095614071682</c:v>
                </c:pt>
                <c:pt idx="245">
                  <c:v>46.084515085699998</c:v>
                </c:pt>
                <c:pt idx="246">
                  <c:v>51.077420886025998</c:v>
                </c:pt>
                <c:pt idx="247">
                  <c:v>48.344660486728003</c:v>
                </c:pt>
                <c:pt idx="248">
                  <c:v>47.847479813257998</c:v>
                </c:pt>
                <c:pt idx="249">
                  <c:v>49.5</c:v>
                </c:pt>
                <c:pt idx="250">
                  <c:v>48.367791902953002</c:v>
                </c:pt>
                <c:pt idx="251">
                  <c:v>53.270094857712998</c:v>
                </c:pt>
                <c:pt idx="252">
                  <c:v>48.709938584081002</c:v>
                </c:pt>
                <c:pt idx="253">
                  <c:v>45.850803535631997</c:v>
                </c:pt>
                <c:pt idx="254">
                  <c:v>47.966134308255</c:v>
                </c:pt>
                <c:pt idx="255">
                  <c:v>52.772329451597997</c:v>
                </c:pt>
                <c:pt idx="256">
                  <c:v>45.306643853155002</c:v>
                </c:pt>
                <c:pt idx="257">
                  <c:v>45.447166450127</c:v>
                </c:pt>
                <c:pt idx="258">
                  <c:v>40.37946455478</c:v>
                </c:pt>
                <c:pt idx="259">
                  <c:v>37.919922382578001</c:v>
                </c:pt>
                <c:pt idx="260">
                  <c:v>39.726179346190001</c:v>
                </c:pt>
                <c:pt idx="261">
                  <c:v>38.820717725252003</c:v>
                </c:pt>
                <c:pt idx="262">
                  <c:v>36.380619758625997</c:v>
                </c:pt>
                <c:pt idx="263">
                  <c:v>36.994389885464997</c:v>
                </c:pt>
                <c:pt idx="264">
                  <c:v>44.407641722118001</c:v>
                </c:pt>
                <c:pt idx="265">
                  <c:v>42.140310158685999</c:v>
                </c:pt>
                <c:pt idx="266">
                  <c:v>41.354557586597998</c:v>
                </c:pt>
                <c:pt idx="267">
                  <c:v>41.108820981569004</c:v>
                </c:pt>
                <c:pt idx="268">
                  <c:v>42.545763746351</c:v>
                </c:pt>
                <c:pt idx="269">
                  <c:v>39.494909052685998</c:v>
                </c:pt>
                <c:pt idx="270">
                  <c:v>39.669518040652001</c:v>
                </c:pt>
                <c:pt idx="271">
                  <c:v>40.533442340317997</c:v>
                </c:pt>
                <c:pt idx="272">
                  <c:v>44.751706409764999</c:v>
                </c:pt>
                <c:pt idx="273">
                  <c:v>45.573913962246003</c:v>
                </c:pt>
                <c:pt idx="274">
                  <c:v>42.279340348867997</c:v>
                </c:pt>
                <c:pt idx="275">
                  <c:v>48.5</c:v>
                </c:pt>
                <c:pt idx="276">
                  <c:v>35.1</c:v>
                </c:pt>
                <c:pt idx="277">
                  <c:v>38.5</c:v>
                </c:pt>
                <c:pt idx="278">
                  <c:v>38.43</c:v>
                </c:pt>
                <c:pt idx="279">
                  <c:v>37.06</c:v>
                </c:pt>
                <c:pt idx="280">
                  <c:v>36.159999999999997</c:v>
                </c:pt>
                <c:pt idx="281">
                  <c:v>37.072488505822001</c:v>
                </c:pt>
                <c:pt idx="282">
                  <c:v>39.302800426141999</c:v>
                </c:pt>
                <c:pt idx="283">
                  <c:v>36.123448430012999</c:v>
                </c:pt>
                <c:pt idx="284">
                  <c:v>34.302624671244999</c:v>
                </c:pt>
                <c:pt idx="285">
                  <c:v>34.225139539673997</c:v>
                </c:pt>
                <c:pt idx="286">
                  <c:v>32.889511377745997</c:v>
                </c:pt>
                <c:pt idx="287">
                  <c:v>33.332737582721002</c:v>
                </c:pt>
                <c:pt idx="288">
                  <c:v>34.34498649311</c:v>
                </c:pt>
                <c:pt idx="289">
                  <c:v>33.675212554520002</c:v>
                </c:pt>
                <c:pt idx="290">
                  <c:v>32.935565793675998</c:v>
                </c:pt>
                <c:pt idx="291">
                  <c:v>36.352097176413999</c:v>
                </c:pt>
                <c:pt idx="292">
                  <c:v>42.398204621893001</c:v>
                </c:pt>
                <c:pt idx="293">
                  <c:v>42.667018864088</c:v>
                </c:pt>
                <c:pt idx="294">
                  <c:v>39.886410197083002</c:v>
                </c:pt>
                <c:pt idx="295">
                  <c:v>37.111906150476997</c:v>
                </c:pt>
                <c:pt idx="296">
                  <c:v>37.328920475996</c:v>
                </c:pt>
                <c:pt idx="297">
                  <c:v>37.392569307663997</c:v>
                </c:pt>
                <c:pt idx="298">
                  <c:v>36.125235576251001</c:v>
                </c:pt>
                <c:pt idx="299">
                  <c:v>36.488300662012001</c:v>
                </c:pt>
                <c:pt idx="300">
                  <c:v>38.067492610534998</c:v>
                </c:pt>
                <c:pt idx="301">
                  <c:v>37.586790022603999</c:v>
                </c:pt>
                <c:pt idx="302">
                  <c:v>41.175471504557997</c:v>
                </c:pt>
                <c:pt idx="303">
                  <c:v>42.837766343388999</c:v>
                </c:pt>
                <c:pt idx="304">
                  <c:v>44.2</c:v>
                </c:pt>
                <c:pt idx="305">
                  <c:v>44</c:v>
                </c:pt>
                <c:pt idx="306">
                  <c:v>35.6</c:v>
                </c:pt>
                <c:pt idx="307">
                  <c:v>25.66</c:v>
                </c:pt>
                <c:pt idx="308">
                  <c:v>19.78</c:v>
                </c:pt>
                <c:pt idx="309">
                  <c:v>20.45</c:v>
                </c:pt>
                <c:pt idx="310">
                  <c:v>21.77</c:v>
                </c:pt>
                <c:pt idx="311">
                  <c:v>23.23</c:v>
                </c:pt>
                <c:pt idx="312">
                  <c:v>23.15</c:v>
                </c:pt>
                <c:pt idx="313">
                  <c:v>23.37</c:v>
                </c:pt>
                <c:pt idx="314">
                  <c:v>22.09</c:v>
                </c:pt>
                <c:pt idx="315">
                  <c:v>23.04</c:v>
                </c:pt>
                <c:pt idx="316">
                  <c:v>22.55</c:v>
                </c:pt>
                <c:pt idx="317">
                  <c:v>27.03</c:v>
                </c:pt>
                <c:pt idx="318">
                  <c:v>22.09</c:v>
                </c:pt>
                <c:pt idx="319">
                  <c:v>24.17</c:v>
                </c:pt>
                <c:pt idx="320">
                  <c:v>27.21</c:v>
                </c:pt>
                <c:pt idx="321">
                  <c:v>23.51</c:v>
                </c:pt>
                <c:pt idx="322">
                  <c:v>22.12</c:v>
                </c:pt>
                <c:pt idx="323">
                  <c:v>21.54</c:v>
                </c:pt>
                <c:pt idx="324">
                  <c:v>22.09</c:v>
                </c:pt>
                <c:pt idx="325">
                  <c:v>19.809999999999999</c:v>
                </c:pt>
                <c:pt idx="326">
                  <c:v>21.72</c:v>
                </c:pt>
                <c:pt idx="327">
                  <c:v>22.87</c:v>
                </c:pt>
                <c:pt idx="328">
                  <c:v>21.51</c:v>
                </c:pt>
                <c:pt idx="329">
                  <c:v>20.25</c:v>
                </c:pt>
                <c:pt idx="330">
                  <c:v>24.55</c:v>
                </c:pt>
                <c:pt idx="331">
                  <c:v>22.07</c:v>
                </c:pt>
                <c:pt idx="332">
                  <c:v>21.72</c:v>
                </c:pt>
                <c:pt idx="333">
                  <c:v>23.18</c:v>
                </c:pt>
                <c:pt idx="334">
                  <c:v>45.442600250243999</c:v>
                </c:pt>
                <c:pt idx="335">
                  <c:v>43.997501373291001</c:v>
                </c:pt>
                <c:pt idx="336">
                  <c:v>32.889301300048999</c:v>
                </c:pt>
                <c:pt idx="337">
                  <c:v>30.604846448065999</c:v>
                </c:pt>
                <c:pt idx="338">
                  <c:v>36.156227848044999</c:v>
                </c:pt>
                <c:pt idx="339">
                  <c:v>37.130106866234001</c:v>
                </c:pt>
                <c:pt idx="340">
                  <c:v>36.477150123305002</c:v>
                </c:pt>
                <c:pt idx="341">
                  <c:v>35.074663227656004</c:v>
                </c:pt>
                <c:pt idx="342">
                  <c:v>35.764640074593999</c:v>
                </c:pt>
                <c:pt idx="343">
                  <c:v>34.610590050113998</c:v>
                </c:pt>
                <c:pt idx="344">
                  <c:v>34.033335967828002</c:v>
                </c:pt>
                <c:pt idx="345">
                  <c:v>32.500925600590001</c:v>
                </c:pt>
                <c:pt idx="346">
                  <c:v>33.114179451294</c:v>
                </c:pt>
                <c:pt idx="347">
                  <c:v>33.452202151662</c:v>
                </c:pt>
                <c:pt idx="348">
                  <c:v>33.771477431614997</c:v>
                </c:pt>
                <c:pt idx="349">
                  <c:v>34.558601545237998</c:v>
                </c:pt>
                <c:pt idx="350">
                  <c:v>31.954743332768</c:v>
                </c:pt>
                <c:pt idx="351">
                  <c:v>32.517548803731003</c:v>
                </c:pt>
                <c:pt idx="352">
                  <c:v>35.474990822933997</c:v>
                </c:pt>
                <c:pt idx="353">
                  <c:v>37.079304726788997</c:v>
                </c:pt>
                <c:pt idx="354">
                  <c:v>37.317702350047</c:v>
                </c:pt>
                <c:pt idx="355">
                  <c:v>32.710590415454</c:v>
                </c:pt>
                <c:pt idx="356">
                  <c:v>32.010500369489002</c:v>
                </c:pt>
                <c:pt idx="357">
                  <c:v>34.311300688166</c:v>
                </c:pt>
                <c:pt idx="358">
                  <c:v>38.242241247000003</c:v>
                </c:pt>
                <c:pt idx="359">
                  <c:v>38.799999999999997</c:v>
                </c:pt>
                <c:pt idx="360">
                  <c:v>32.270000000000003</c:v>
                </c:pt>
                <c:pt idx="361">
                  <c:v>32.15</c:v>
                </c:pt>
                <c:pt idx="362">
                  <c:v>32.51</c:v>
                </c:pt>
                <c:pt idx="363">
                  <c:v>32.020000000000003</c:v>
                </c:pt>
                <c:pt idx="364">
                  <c:v>37.36</c:v>
                </c:pt>
                <c:pt idx="365">
                  <c:v>38.19</c:v>
                </c:pt>
                <c:pt idx="366">
                  <c:v>36</c:v>
                </c:pt>
                <c:pt idx="367">
                  <c:v>34.119999999999997</c:v>
                </c:pt>
                <c:pt idx="368">
                  <c:v>32.49</c:v>
                </c:pt>
                <c:pt idx="369">
                  <c:v>31.45</c:v>
                </c:pt>
                <c:pt idx="370">
                  <c:v>31.45</c:v>
                </c:pt>
                <c:pt idx="371">
                  <c:v>33.76</c:v>
                </c:pt>
                <c:pt idx="372">
                  <c:v>33.56</c:v>
                </c:pt>
                <c:pt idx="373">
                  <c:v>32.409999999999997</c:v>
                </c:pt>
                <c:pt idx="374">
                  <c:v>31.86</c:v>
                </c:pt>
                <c:pt idx="375">
                  <c:v>33.26</c:v>
                </c:pt>
                <c:pt idx="376">
                  <c:v>31.67</c:v>
                </c:pt>
                <c:pt idx="377">
                  <c:v>31.71</c:v>
                </c:pt>
                <c:pt idx="378">
                  <c:v>32.22</c:v>
                </c:pt>
                <c:pt idx="379">
                  <c:v>31.11</c:v>
                </c:pt>
                <c:pt idx="380">
                  <c:v>31.76</c:v>
                </c:pt>
                <c:pt idx="381">
                  <c:v>30.27</c:v>
                </c:pt>
                <c:pt idx="382">
                  <c:v>31.41</c:v>
                </c:pt>
                <c:pt idx="383">
                  <c:v>36.4</c:v>
                </c:pt>
                <c:pt idx="384">
                  <c:v>35.270000000000003</c:v>
                </c:pt>
                <c:pt idx="385">
                  <c:v>35.61</c:v>
                </c:pt>
                <c:pt idx="386">
                  <c:v>37.9</c:v>
                </c:pt>
                <c:pt idx="387">
                  <c:v>48</c:v>
                </c:pt>
                <c:pt idx="388">
                  <c:v>47</c:v>
                </c:pt>
                <c:pt idx="389">
                  <c:v>49</c:v>
                </c:pt>
                <c:pt idx="390">
                  <c:v>49.2</c:v>
                </c:pt>
                <c:pt idx="391">
                  <c:v>46.4</c:v>
                </c:pt>
                <c:pt idx="392">
                  <c:v>32.200000000000003</c:v>
                </c:pt>
                <c:pt idx="393">
                  <c:v>26.7</c:v>
                </c:pt>
                <c:pt idx="394">
                  <c:v>29.3</c:v>
                </c:pt>
                <c:pt idx="395">
                  <c:v>28.9</c:v>
                </c:pt>
                <c:pt idx="396">
                  <c:v>27.1</c:v>
                </c:pt>
                <c:pt idx="397">
                  <c:v>41.77</c:v>
                </c:pt>
                <c:pt idx="398">
                  <c:v>40.68</c:v>
                </c:pt>
                <c:pt idx="399">
                  <c:v>39.04</c:v>
                </c:pt>
                <c:pt idx="400">
                  <c:v>37.85</c:v>
                </c:pt>
                <c:pt idx="401">
                  <c:v>37.35</c:v>
                </c:pt>
                <c:pt idx="402">
                  <c:v>38.049999999999997</c:v>
                </c:pt>
                <c:pt idx="403">
                  <c:v>36.72</c:v>
                </c:pt>
                <c:pt idx="404">
                  <c:v>38.44</c:v>
                </c:pt>
                <c:pt idx="405">
                  <c:v>29.83</c:v>
                </c:pt>
                <c:pt idx="406">
                  <c:v>32</c:v>
                </c:pt>
                <c:pt idx="407">
                  <c:v>40.39</c:v>
                </c:pt>
                <c:pt idx="408">
                  <c:v>39.49</c:v>
                </c:pt>
                <c:pt idx="409">
                  <c:v>38.83</c:v>
                </c:pt>
                <c:pt idx="410">
                  <c:v>39.82</c:v>
                </c:pt>
                <c:pt idx="411">
                  <c:v>42.36</c:v>
                </c:pt>
                <c:pt idx="412">
                  <c:v>42.2</c:v>
                </c:pt>
                <c:pt idx="413">
                  <c:v>45.37</c:v>
                </c:pt>
                <c:pt idx="414">
                  <c:v>40.08</c:v>
                </c:pt>
                <c:pt idx="415">
                  <c:v>40.69</c:v>
                </c:pt>
                <c:pt idx="416">
                  <c:v>42.03</c:v>
                </c:pt>
                <c:pt idx="417">
                  <c:v>48.21</c:v>
                </c:pt>
                <c:pt idx="418">
                  <c:v>46.55</c:v>
                </c:pt>
                <c:pt idx="419">
                  <c:v>43.48</c:v>
                </c:pt>
                <c:pt idx="420">
                  <c:v>43.93</c:v>
                </c:pt>
                <c:pt idx="421">
                  <c:v>15.651917579852</c:v>
                </c:pt>
                <c:pt idx="422">
                  <c:v>18.403723003604</c:v>
                </c:pt>
                <c:pt idx="423">
                  <c:v>21.412559979139001</c:v>
                </c:pt>
                <c:pt idx="424">
                  <c:v>18.742977207197999</c:v>
                </c:pt>
                <c:pt idx="425">
                  <c:v>19.67949981105</c:v>
                </c:pt>
                <c:pt idx="426">
                  <c:v>16.917225160798999</c:v>
                </c:pt>
                <c:pt idx="427">
                  <c:v>16.821955052250001</c:v>
                </c:pt>
                <c:pt idx="428">
                  <c:v>15.984807502282999</c:v>
                </c:pt>
                <c:pt idx="429">
                  <c:v>16.083065179397</c:v>
                </c:pt>
                <c:pt idx="430">
                  <c:v>18.85253261463</c:v>
                </c:pt>
                <c:pt idx="431">
                  <c:v>21.608013065603998</c:v>
                </c:pt>
                <c:pt idx="432">
                  <c:v>22.656991337377001</c:v>
                </c:pt>
                <c:pt idx="433">
                  <c:v>27.650598999473001</c:v>
                </c:pt>
                <c:pt idx="434">
                  <c:v>31.773794650825</c:v>
                </c:pt>
                <c:pt idx="435">
                  <c:v>34.835056857913997</c:v>
                </c:pt>
                <c:pt idx="436">
                  <c:v>31.426704148321001</c:v>
                </c:pt>
                <c:pt idx="437">
                  <c:v>34.467962185270999</c:v>
                </c:pt>
                <c:pt idx="438">
                  <c:v>31.563504406964999</c:v>
                </c:pt>
                <c:pt idx="439">
                  <c:v>29.469138852531</c:v>
                </c:pt>
                <c:pt idx="440">
                  <c:v>29.92</c:v>
                </c:pt>
                <c:pt idx="441">
                  <c:v>24.67</c:v>
                </c:pt>
                <c:pt idx="442">
                  <c:v>23.65</c:v>
                </c:pt>
                <c:pt idx="443">
                  <c:v>22</c:v>
                </c:pt>
                <c:pt idx="444">
                  <c:v>22.44</c:v>
                </c:pt>
                <c:pt idx="445">
                  <c:v>20.62</c:v>
                </c:pt>
                <c:pt idx="446">
                  <c:v>19.87</c:v>
                </c:pt>
                <c:pt idx="447">
                  <c:v>20</c:v>
                </c:pt>
                <c:pt idx="448">
                  <c:v>22.42</c:v>
                </c:pt>
                <c:pt idx="449">
                  <c:v>22.24</c:v>
                </c:pt>
                <c:pt idx="450">
                  <c:v>28.55</c:v>
                </c:pt>
                <c:pt idx="451">
                  <c:v>26.2</c:v>
                </c:pt>
                <c:pt idx="452">
                  <c:v>24.96</c:v>
                </c:pt>
                <c:pt idx="453">
                  <c:v>22.42</c:v>
                </c:pt>
                <c:pt idx="454">
                  <c:v>23.8</c:v>
                </c:pt>
                <c:pt idx="455">
                  <c:v>23.99</c:v>
                </c:pt>
                <c:pt idx="456">
                  <c:v>26.33</c:v>
                </c:pt>
                <c:pt idx="457">
                  <c:v>27.05</c:v>
                </c:pt>
                <c:pt idx="458">
                  <c:v>26.03</c:v>
                </c:pt>
                <c:pt idx="459">
                  <c:v>24.05</c:v>
                </c:pt>
                <c:pt idx="460">
                  <c:v>24.9</c:v>
                </c:pt>
                <c:pt idx="461">
                  <c:v>26.38</c:v>
                </c:pt>
                <c:pt idx="462">
                  <c:v>14.749496955893999</c:v>
                </c:pt>
                <c:pt idx="463">
                  <c:v>13.529837609938999</c:v>
                </c:pt>
                <c:pt idx="464">
                  <c:v>12.469104269073</c:v>
                </c:pt>
                <c:pt idx="465">
                  <c:v>11.177197740014</c:v>
                </c:pt>
                <c:pt idx="466">
                  <c:v>11.095031610017999</c:v>
                </c:pt>
                <c:pt idx="467">
                  <c:v>11.626849893238999</c:v>
                </c:pt>
                <c:pt idx="468">
                  <c:v>12.735084808350001</c:v>
                </c:pt>
                <c:pt idx="469">
                  <c:v>15.024866616567</c:v>
                </c:pt>
                <c:pt idx="470">
                  <c:v>16.268205165066998</c:v>
                </c:pt>
                <c:pt idx="471">
                  <c:v>17.439864980843002</c:v>
                </c:pt>
                <c:pt idx="472">
                  <c:v>18.464322833213</c:v>
                </c:pt>
                <c:pt idx="473">
                  <c:v>18.227888974456999</c:v>
                </c:pt>
                <c:pt idx="474">
                  <c:v>17.871018468980001</c:v>
                </c:pt>
                <c:pt idx="475">
                  <c:v>18.266934191421999</c:v>
                </c:pt>
                <c:pt idx="476">
                  <c:v>18.338882002750001</c:v>
                </c:pt>
                <c:pt idx="477">
                  <c:v>18.151001019380999</c:v>
                </c:pt>
                <c:pt idx="478">
                  <c:v>22.525212030915998</c:v>
                </c:pt>
                <c:pt idx="479">
                  <c:v>25.654472951077</c:v>
                </c:pt>
                <c:pt idx="480">
                  <c:v>25.09436420738</c:v>
                </c:pt>
                <c:pt idx="481">
                  <c:v>27.119069777898002</c:v>
                </c:pt>
                <c:pt idx="482">
                  <c:v>28.158728752167999</c:v>
                </c:pt>
                <c:pt idx="483">
                  <c:v>28.564438045947</c:v>
                </c:pt>
                <c:pt idx="484">
                  <c:v>28.890074518934</c:v>
                </c:pt>
                <c:pt idx="485">
                  <c:v>31.552172398109001</c:v>
                </c:pt>
                <c:pt idx="486">
                  <c:v>32.316197079203</c:v>
                </c:pt>
                <c:pt idx="487">
                  <c:v>32.635163521308002</c:v>
                </c:pt>
                <c:pt idx="488">
                  <c:v>33.276941773822998</c:v>
                </c:pt>
                <c:pt idx="489">
                  <c:v>34.152609326373003</c:v>
                </c:pt>
                <c:pt idx="490">
                  <c:v>19.510000000000002</c:v>
                </c:pt>
                <c:pt idx="491">
                  <c:v>18.239999999999998</c:v>
                </c:pt>
                <c:pt idx="492">
                  <c:v>16.79</c:v>
                </c:pt>
                <c:pt idx="493">
                  <c:v>23.14</c:v>
                </c:pt>
                <c:pt idx="494">
                  <c:v>21.66</c:v>
                </c:pt>
                <c:pt idx="495">
                  <c:v>24.22</c:v>
                </c:pt>
                <c:pt idx="496">
                  <c:v>22.5</c:v>
                </c:pt>
                <c:pt idx="497">
                  <c:v>25.3</c:v>
                </c:pt>
                <c:pt idx="498">
                  <c:v>26.07</c:v>
                </c:pt>
                <c:pt idx="499">
                  <c:v>31.44</c:v>
                </c:pt>
                <c:pt idx="500">
                  <c:v>34.51</c:v>
                </c:pt>
                <c:pt idx="501">
                  <c:v>31.96</c:v>
                </c:pt>
                <c:pt idx="502">
                  <c:v>33.74</c:v>
                </c:pt>
                <c:pt idx="503">
                  <c:v>36.64</c:v>
                </c:pt>
                <c:pt idx="504">
                  <c:v>37.78</c:v>
                </c:pt>
                <c:pt idx="505">
                  <c:v>36.369999999999997</c:v>
                </c:pt>
                <c:pt idx="506">
                  <c:v>38.700000000000003</c:v>
                </c:pt>
                <c:pt idx="507">
                  <c:v>35.43</c:v>
                </c:pt>
                <c:pt idx="508">
                  <c:v>35.57</c:v>
                </c:pt>
                <c:pt idx="509">
                  <c:v>33.18</c:v>
                </c:pt>
                <c:pt idx="510">
                  <c:v>32.520000000000003</c:v>
                </c:pt>
                <c:pt idx="511">
                  <c:v>40.159999999999997</c:v>
                </c:pt>
                <c:pt idx="512">
                  <c:v>32.17</c:v>
                </c:pt>
                <c:pt idx="513">
                  <c:v>26.18</c:v>
                </c:pt>
                <c:pt idx="514">
                  <c:v>30.299862907939001</c:v>
                </c:pt>
                <c:pt idx="515">
                  <c:v>36.751295197357997</c:v>
                </c:pt>
                <c:pt idx="516">
                  <c:v>37.107502236095002</c:v>
                </c:pt>
                <c:pt idx="517">
                  <c:v>33.837998385001001</c:v>
                </c:pt>
                <c:pt idx="518">
                  <c:v>32.685007847746</c:v>
                </c:pt>
                <c:pt idx="519">
                  <c:v>31.534585368799</c:v>
                </c:pt>
                <c:pt idx="520">
                  <c:v>29.679963510069001</c:v>
                </c:pt>
                <c:pt idx="521">
                  <c:v>30.154812568209</c:v>
                </c:pt>
                <c:pt idx="522">
                  <c:v>28.891995630170001</c:v>
                </c:pt>
                <c:pt idx="523">
                  <c:v>29.191216216276999</c:v>
                </c:pt>
                <c:pt idx="524">
                  <c:v>29.309013160622001</c:v>
                </c:pt>
                <c:pt idx="525">
                  <c:v>31.726485091069001</c:v>
                </c:pt>
                <c:pt idx="526">
                  <c:v>32.679478072522002</c:v>
                </c:pt>
                <c:pt idx="527">
                  <c:v>29.386648760907999</c:v>
                </c:pt>
                <c:pt idx="528">
                  <c:v>28.923268890671999</c:v>
                </c:pt>
                <c:pt idx="529">
                  <c:v>28.229103978381001</c:v>
                </c:pt>
                <c:pt idx="530">
                  <c:v>29.192713640095999</c:v>
                </c:pt>
                <c:pt idx="531">
                  <c:v>31.729154820864</c:v>
                </c:pt>
                <c:pt idx="532">
                  <c:v>30.757804662268999</c:v>
                </c:pt>
                <c:pt idx="533">
                  <c:v>29.139475744546001</c:v>
                </c:pt>
                <c:pt idx="534">
                  <c:v>29.161569541995</c:v>
                </c:pt>
                <c:pt idx="535">
                  <c:v>29.076871163833001</c:v>
                </c:pt>
                <c:pt idx="536">
                  <c:v>29.075408565524999</c:v>
                </c:pt>
                <c:pt idx="537">
                  <c:v>32.552481239776</c:v>
                </c:pt>
                <c:pt idx="538">
                  <c:v>32.118680027849003</c:v>
                </c:pt>
                <c:pt idx="539">
                  <c:v>30.444901026202999</c:v>
                </c:pt>
                <c:pt idx="540">
                  <c:v>42.024996469751997</c:v>
                </c:pt>
                <c:pt idx="541">
                  <c:v>43.295583927387</c:v>
                </c:pt>
                <c:pt idx="542">
                  <c:v>45.950560588092003</c:v>
                </c:pt>
                <c:pt idx="543">
                  <c:v>39.094012538542003</c:v>
                </c:pt>
                <c:pt idx="544">
                  <c:v>33.018562431329997</c:v>
                </c:pt>
                <c:pt idx="545">
                  <c:v>34.025184252861003</c:v>
                </c:pt>
                <c:pt idx="546">
                  <c:v>34.807934633160997</c:v>
                </c:pt>
                <c:pt idx="547">
                  <c:v>37.119498636308997</c:v>
                </c:pt>
                <c:pt idx="548">
                  <c:v>40.296849690667997</c:v>
                </c:pt>
                <c:pt idx="549">
                  <c:v>42.71192819422</c:v>
                </c:pt>
                <c:pt idx="550">
                  <c:v>41.498186352544003</c:v>
                </c:pt>
                <c:pt idx="551">
                  <c:v>45.299998743997001</c:v>
                </c:pt>
                <c:pt idx="552">
                  <c:v>34.09628665935</c:v>
                </c:pt>
                <c:pt idx="553">
                  <c:v>32.562198875127997</c:v>
                </c:pt>
                <c:pt idx="554">
                  <c:v>33.667556025187999</c:v>
                </c:pt>
                <c:pt idx="555">
                  <c:v>32.442373187135999</c:v>
                </c:pt>
                <c:pt idx="556">
                  <c:v>33.391709822254001</c:v>
                </c:pt>
                <c:pt idx="557">
                  <c:v>31.904451390525999</c:v>
                </c:pt>
                <c:pt idx="558">
                  <c:v>30.117918993640998</c:v>
                </c:pt>
                <c:pt idx="559">
                  <c:v>30.97831860865</c:v>
                </c:pt>
                <c:pt idx="560">
                  <c:v>31.528653201248002</c:v>
                </c:pt>
                <c:pt idx="561">
                  <c:v>31.985408208669998</c:v>
                </c:pt>
                <c:pt idx="562">
                  <c:v>36.686300744344997</c:v>
                </c:pt>
                <c:pt idx="563">
                  <c:v>34.581160817794</c:v>
                </c:pt>
                <c:pt idx="564">
                  <c:v>36.424205990563003</c:v>
                </c:pt>
                <c:pt idx="565">
                  <c:v>39.24</c:v>
                </c:pt>
                <c:pt idx="566">
                  <c:v>16.793596500955001</c:v>
                </c:pt>
                <c:pt idx="567">
                  <c:v>17.540003432902001</c:v>
                </c:pt>
                <c:pt idx="568">
                  <c:v>19.156539692652</c:v>
                </c:pt>
                <c:pt idx="569">
                  <c:v>18.391494560009999</c:v>
                </c:pt>
                <c:pt idx="570">
                  <c:v>19.181577633161002</c:v>
                </c:pt>
                <c:pt idx="571">
                  <c:v>19.088401290147999</c:v>
                </c:pt>
                <c:pt idx="572">
                  <c:v>20.300938998757999</c:v>
                </c:pt>
                <c:pt idx="573">
                  <c:v>22.982884205883</c:v>
                </c:pt>
                <c:pt idx="574">
                  <c:v>24.544842439313999</c:v>
                </c:pt>
                <c:pt idx="575">
                  <c:v>27.840151859382999</c:v>
                </c:pt>
                <c:pt idx="576">
                  <c:v>27.545276023342002</c:v>
                </c:pt>
                <c:pt idx="577">
                  <c:v>31.916438446250002</c:v>
                </c:pt>
                <c:pt idx="578">
                  <c:v>38.719160635361</c:v>
                </c:pt>
                <c:pt idx="579">
                  <c:v>33.784319622174998</c:v>
                </c:pt>
                <c:pt idx="580">
                  <c:v>30.875388584898001</c:v>
                </c:pt>
                <c:pt idx="581">
                  <c:v>28.825502417449002</c:v>
                </c:pt>
                <c:pt idx="582">
                  <c:v>29.163668372275001</c:v>
                </c:pt>
                <c:pt idx="583">
                  <c:v>27.642270226514999</c:v>
                </c:pt>
                <c:pt idx="584">
                  <c:v>27.953947667249</c:v>
                </c:pt>
                <c:pt idx="585">
                  <c:v>31.03</c:v>
                </c:pt>
                <c:pt idx="586">
                  <c:v>37.880000000000003</c:v>
                </c:pt>
                <c:pt idx="587">
                  <c:v>28.61</c:v>
                </c:pt>
                <c:pt idx="588">
                  <c:v>31.16</c:v>
                </c:pt>
                <c:pt idx="589">
                  <c:v>35.94</c:v>
                </c:pt>
                <c:pt idx="590">
                  <c:v>35.89</c:v>
                </c:pt>
                <c:pt idx="591">
                  <c:v>30.22</c:v>
                </c:pt>
                <c:pt idx="592">
                  <c:v>28.09</c:v>
                </c:pt>
                <c:pt idx="593">
                  <c:v>29.35</c:v>
                </c:pt>
                <c:pt idx="594">
                  <c:v>28.08</c:v>
                </c:pt>
                <c:pt idx="595">
                  <c:v>28.46</c:v>
                </c:pt>
                <c:pt idx="596">
                  <c:v>29.07</c:v>
                </c:pt>
                <c:pt idx="597">
                  <c:v>29.13</c:v>
                </c:pt>
                <c:pt idx="598">
                  <c:v>29.6</c:v>
                </c:pt>
                <c:pt idx="599">
                  <c:v>27.88</c:v>
                </c:pt>
                <c:pt idx="600">
                  <c:v>38.15</c:v>
                </c:pt>
                <c:pt idx="601">
                  <c:v>38.51</c:v>
                </c:pt>
                <c:pt idx="602">
                  <c:v>38.08</c:v>
                </c:pt>
                <c:pt idx="603">
                  <c:v>38.92</c:v>
                </c:pt>
                <c:pt idx="604">
                  <c:v>37.020000000000003</c:v>
                </c:pt>
                <c:pt idx="605">
                  <c:v>33.06</c:v>
                </c:pt>
                <c:pt idx="606">
                  <c:v>30.84</c:v>
                </c:pt>
                <c:pt idx="607">
                  <c:v>32.07</c:v>
                </c:pt>
                <c:pt idx="608">
                  <c:v>32.08</c:v>
                </c:pt>
                <c:pt idx="609">
                  <c:v>35.020000000000003</c:v>
                </c:pt>
                <c:pt idx="610">
                  <c:v>35.64</c:v>
                </c:pt>
                <c:pt idx="611">
                  <c:v>41.290259614947999</c:v>
                </c:pt>
                <c:pt idx="612">
                  <c:v>36.894692996891997</c:v>
                </c:pt>
                <c:pt idx="613">
                  <c:v>40.817628229093998</c:v>
                </c:pt>
                <c:pt idx="614">
                  <c:v>37.085822804780001</c:v>
                </c:pt>
                <c:pt idx="615">
                  <c:v>25.848898290806002</c:v>
                </c:pt>
                <c:pt idx="616">
                  <c:v>35.464769052279998</c:v>
                </c:pt>
                <c:pt idx="617">
                  <c:v>36.676464668929</c:v>
                </c:pt>
                <c:pt idx="618">
                  <c:v>37.882329930409</c:v>
                </c:pt>
                <c:pt idx="619">
                  <c:v>38.881464160482999</c:v>
                </c:pt>
                <c:pt idx="620">
                  <c:v>41.618108418369999</c:v>
                </c:pt>
                <c:pt idx="621">
                  <c:v>44.193960535854004</c:v>
                </c:pt>
                <c:pt idx="622">
                  <c:v>44.586746106421003</c:v>
                </c:pt>
                <c:pt idx="623">
                  <c:v>43.658213374951998</c:v>
                </c:pt>
                <c:pt idx="624">
                  <c:v>47.112902659409002</c:v>
                </c:pt>
                <c:pt idx="625">
                  <c:v>48.623277357604998</c:v>
                </c:pt>
                <c:pt idx="626">
                  <c:v>49.150133506772001</c:v>
                </c:pt>
                <c:pt idx="627">
                  <c:v>45.700316386806001</c:v>
                </c:pt>
                <c:pt idx="628">
                  <c:v>48.972391360526998</c:v>
                </c:pt>
                <c:pt idx="629">
                  <c:v>41.490394152763997</c:v>
                </c:pt>
                <c:pt idx="630">
                  <c:v>45.600158387828998</c:v>
                </c:pt>
                <c:pt idx="631">
                  <c:v>40.487631244911</c:v>
                </c:pt>
                <c:pt idx="632">
                  <c:v>65.999730319706003</c:v>
                </c:pt>
                <c:pt idx="633">
                  <c:v>39.56</c:v>
                </c:pt>
                <c:pt idx="634">
                  <c:v>27.11</c:v>
                </c:pt>
                <c:pt idx="635">
                  <c:v>29.38</c:v>
                </c:pt>
                <c:pt idx="636">
                  <c:v>35.06</c:v>
                </c:pt>
                <c:pt idx="637">
                  <c:v>31.834464116642</c:v>
                </c:pt>
                <c:pt idx="638">
                  <c:v>35.130215307097998</c:v>
                </c:pt>
                <c:pt idx="639">
                  <c:v>33.641743403668997</c:v>
                </c:pt>
                <c:pt idx="640">
                  <c:v>32.852094084648002</c:v>
                </c:pt>
                <c:pt idx="641">
                  <c:v>30.617013892113999</c:v>
                </c:pt>
                <c:pt idx="642">
                  <c:v>34.627163702047</c:v>
                </c:pt>
                <c:pt idx="643">
                  <c:v>31.538162300431001</c:v>
                </c:pt>
                <c:pt idx="644">
                  <c:v>29.406187697471999</c:v>
                </c:pt>
                <c:pt idx="645">
                  <c:v>28.069099268466999</c:v>
                </c:pt>
                <c:pt idx="646">
                  <c:v>24.714768817749999</c:v>
                </c:pt>
                <c:pt idx="647">
                  <c:v>24.83382207915</c:v>
                </c:pt>
                <c:pt idx="648">
                  <c:v>26.484813407265001</c:v>
                </c:pt>
                <c:pt idx="649">
                  <c:v>27.47599345319</c:v>
                </c:pt>
                <c:pt idx="650">
                  <c:v>26.405299361120001</c:v>
                </c:pt>
                <c:pt idx="651">
                  <c:v>23.651827162138002</c:v>
                </c:pt>
                <c:pt idx="652">
                  <c:v>23.92905902171</c:v>
                </c:pt>
                <c:pt idx="653">
                  <c:v>25.227000022308999</c:v>
                </c:pt>
                <c:pt idx="654">
                  <c:v>24.865159738136999</c:v>
                </c:pt>
                <c:pt idx="655">
                  <c:v>24.821654263871</c:v>
                </c:pt>
                <c:pt idx="656">
                  <c:v>27.114741115687</c:v>
                </c:pt>
                <c:pt idx="657">
                  <c:v>28.714219351724999</c:v>
                </c:pt>
                <c:pt idx="658">
                  <c:v>30.484925116016001</c:v>
                </c:pt>
                <c:pt idx="659">
                  <c:v>35.038372151019999</c:v>
                </c:pt>
                <c:pt idx="660">
                  <c:v>30.2</c:v>
                </c:pt>
              </c:numCache>
            </c:numRef>
          </c:xVal>
          <c:yVal>
            <c:numRef>
              <c:f>GovUA!$BH$1:$BH$857</c:f>
              <c:numCache>
                <c:formatCode>0%</c:formatCode>
                <c:ptCount val="743"/>
                <c:pt idx="1">
                  <c:v>2.25219667157881E-2</c:v>
                </c:pt>
                <c:pt idx="2">
                  <c:v>2.3662891275961329E-2</c:v>
                </c:pt>
                <c:pt idx="3">
                  <c:v>2.7886302959930998E-2</c:v>
                </c:pt>
                <c:pt idx="4">
                  <c:v>1.5428252296660672E-2</c:v>
                </c:pt>
                <c:pt idx="5">
                  <c:v>7.6946183147919456E-2</c:v>
                </c:pt>
                <c:pt idx="6">
                  <c:v>3.2423668333772193E-2</c:v>
                </c:pt>
                <c:pt idx="7">
                  <c:v>6.9252616246342491E-3</c:v>
                </c:pt>
                <c:pt idx="8">
                  <c:v>4.0835174903633975E-2</c:v>
                </c:pt>
                <c:pt idx="9">
                  <c:v>4.4760197805387314E-2</c:v>
                </c:pt>
                <c:pt idx="10">
                  <c:v>-7.4687006202805994E-3</c:v>
                </c:pt>
                <c:pt idx="11">
                  <c:v>3.0584497189546367E-2</c:v>
                </c:pt>
                <c:pt idx="12">
                  <c:v>4.5027385695729727E-2</c:v>
                </c:pt>
                <c:pt idx="13">
                  <c:v>4.3053880533748812E-2</c:v>
                </c:pt>
                <c:pt idx="14">
                  <c:v>3.2321355587018097E-2</c:v>
                </c:pt>
                <c:pt idx="15">
                  <c:v>-6.8057981458363281E-2</c:v>
                </c:pt>
                <c:pt idx="16">
                  <c:v>2.9570508550246455E-2</c:v>
                </c:pt>
                <c:pt idx="17">
                  <c:v>4.0007140568128374E-2</c:v>
                </c:pt>
                <c:pt idx="18">
                  <c:v>-1.3060849687709264E-2</c:v>
                </c:pt>
                <c:pt idx="19">
                  <c:v>9.2434918469406213E-3</c:v>
                </c:pt>
                <c:pt idx="20">
                  <c:v>1.5827068732063632E-2</c:v>
                </c:pt>
                <c:pt idx="21">
                  <c:v>2.1199827906064783E-2</c:v>
                </c:pt>
                <c:pt idx="22">
                  <c:v>3.440349593258496E-2</c:v>
                </c:pt>
                <c:pt idx="23">
                  <c:v>1.4543421893864483E-4</c:v>
                </c:pt>
                <c:pt idx="24">
                  <c:v>1.9165137018683165E-2</c:v>
                </c:pt>
                <c:pt idx="25">
                  <c:v>3.4402149662808634E-2</c:v>
                </c:pt>
                <c:pt idx="26">
                  <c:v>-3.8410652504960008E-2</c:v>
                </c:pt>
                <c:pt idx="27">
                  <c:v>6.3662326480587339E-2</c:v>
                </c:pt>
                <c:pt idx="28">
                  <c:v>6.846512392222337E-3</c:v>
                </c:pt>
                <c:pt idx="29">
                  <c:v>1.1099651146102341E-2</c:v>
                </c:pt>
                <c:pt idx="30">
                  <c:v>-9.0611871356742091E-2</c:v>
                </c:pt>
                <c:pt idx="31">
                  <c:v>9.6837900357507056E-3</c:v>
                </c:pt>
                <c:pt idx="32">
                  <c:v>3.4973941434669698E-2</c:v>
                </c:pt>
                <c:pt idx="33">
                  <c:v>5.8722756414258059E-2</c:v>
                </c:pt>
                <c:pt idx="34">
                  <c:v>5.8468411496478856E-2</c:v>
                </c:pt>
                <c:pt idx="35">
                  <c:v>-8.0014029443937096E-2</c:v>
                </c:pt>
                <c:pt idx="36">
                  <c:v>-7.5415233054491049E-3</c:v>
                </c:pt>
                <c:pt idx="37">
                  <c:v>2.367889629648845E-3</c:v>
                </c:pt>
                <c:pt idx="38">
                  <c:v>3.6839008268869433E-2</c:v>
                </c:pt>
                <c:pt idx="39">
                  <c:v>7.5863934778491515E-2</c:v>
                </c:pt>
                <c:pt idx="40">
                  <c:v>0.18819562418971136</c:v>
                </c:pt>
                <c:pt idx="41">
                  <c:v>4.3899556209928248E-2</c:v>
                </c:pt>
                <c:pt idx="42">
                  <c:v>0.11948278736917572</c:v>
                </c:pt>
                <c:pt idx="43">
                  <c:v>7.4456408072018032E-2</c:v>
                </c:pt>
                <c:pt idx="44">
                  <c:v>6.5379936709767605E-2</c:v>
                </c:pt>
                <c:pt idx="45">
                  <c:v>8.1475458611673268E-2</c:v>
                </c:pt>
                <c:pt idx="46">
                  <c:v>0.10941304528188533</c:v>
                </c:pt>
                <c:pt idx="47">
                  <c:v>-3.4680641013244307E-2</c:v>
                </c:pt>
                <c:pt idx="48">
                  <c:v>-3.9288058221780831E-2</c:v>
                </c:pt>
                <c:pt idx="49">
                  <c:v>6.7943876702140971E-2</c:v>
                </c:pt>
                <c:pt idx="50">
                  <c:v>1.0087695353506287E-2</c:v>
                </c:pt>
                <c:pt idx="51">
                  <c:v>1.0692621186673357E-2</c:v>
                </c:pt>
                <c:pt idx="52">
                  <c:v>3.4479623314302321E-2</c:v>
                </c:pt>
                <c:pt idx="53">
                  <c:v>4.2682839671241091E-2</c:v>
                </c:pt>
                <c:pt idx="54">
                  <c:v>4.0710547957892418E-2</c:v>
                </c:pt>
                <c:pt idx="55">
                  <c:v>5.4398956033430146E-2</c:v>
                </c:pt>
                <c:pt idx="56">
                  <c:v>5.8657809113494386E-2</c:v>
                </c:pt>
                <c:pt idx="57">
                  <c:v>3.8591506536016729E-2</c:v>
                </c:pt>
                <c:pt idx="58">
                  <c:v>-1.8413168241450228E-2</c:v>
                </c:pt>
                <c:pt idx="59">
                  <c:v>0.15513519770894502</c:v>
                </c:pt>
                <c:pt idx="60">
                  <c:v>2.9335146778033616E-2</c:v>
                </c:pt>
                <c:pt idx="61">
                  <c:v>2.3186739536626533E-2</c:v>
                </c:pt>
                <c:pt idx="62">
                  <c:v>8.5908346117477885E-2</c:v>
                </c:pt>
                <c:pt idx="63">
                  <c:v>-1.6403984258099524E-2</c:v>
                </c:pt>
                <c:pt idx="64">
                  <c:v>8.8820019004975936E-2</c:v>
                </c:pt>
                <c:pt idx="65">
                  <c:v>0.1045589812210872</c:v>
                </c:pt>
                <c:pt idx="66">
                  <c:v>3.3896528368501322E-2</c:v>
                </c:pt>
                <c:pt idx="67">
                  <c:v>6.874115218865362E-2</c:v>
                </c:pt>
                <c:pt idx="68">
                  <c:v>9.9377426474203778E-2</c:v>
                </c:pt>
                <c:pt idx="69">
                  <c:v>7.6612043863349077E-2</c:v>
                </c:pt>
                <c:pt idx="70">
                  <c:v>7.5659445953347282E-2</c:v>
                </c:pt>
                <c:pt idx="71">
                  <c:v>9.4326449591265904E-2</c:v>
                </c:pt>
                <c:pt idx="72">
                  <c:v>4.2976085482836934E-2</c:v>
                </c:pt>
                <c:pt idx="73">
                  <c:v>-7.3619454415611463E-2</c:v>
                </c:pt>
                <c:pt idx="74">
                  <c:v>8.2987809214520203E-2</c:v>
                </c:pt>
                <c:pt idx="75">
                  <c:v>3.4596096325802517E-2</c:v>
                </c:pt>
                <c:pt idx="76">
                  <c:v>1.9878141518065995E-2</c:v>
                </c:pt>
                <c:pt idx="77">
                  <c:v>2.1991725465630552E-2</c:v>
                </c:pt>
                <c:pt idx="78">
                  <c:v>1.4723960898212818E-2</c:v>
                </c:pt>
                <c:pt idx="79">
                  <c:v>8.0141658697079343E-3</c:v>
                </c:pt>
                <c:pt idx="80">
                  <c:v>4.626705082892979E-3</c:v>
                </c:pt>
                <c:pt idx="81">
                  <c:v>4.3679147964801546E-2</c:v>
                </c:pt>
                <c:pt idx="82">
                  <c:v>2.5862179854149181E-2</c:v>
                </c:pt>
                <c:pt idx="83">
                  <c:v>4.5227797173375217E-2</c:v>
                </c:pt>
                <c:pt idx="84">
                  <c:v>1.8441664332724983E-2</c:v>
                </c:pt>
                <c:pt idx="85">
                  <c:v>5.4650237940458757E-2</c:v>
                </c:pt>
                <c:pt idx="86">
                  <c:v>-2.635636448200529E-3</c:v>
                </c:pt>
                <c:pt idx="87">
                  <c:v>-1.0807406567706734E-2</c:v>
                </c:pt>
                <c:pt idx="88">
                  <c:v>6.7397446678485906E-2</c:v>
                </c:pt>
                <c:pt idx="89">
                  <c:v>5.1114183583350625E-2</c:v>
                </c:pt>
                <c:pt idx="90">
                  <c:v>5.4812315646704857E-2</c:v>
                </c:pt>
                <c:pt idx="91">
                  <c:v>2.6691648780121646E-2</c:v>
                </c:pt>
                <c:pt idx="92">
                  <c:v>5.4014299970607471E-2</c:v>
                </c:pt>
                <c:pt idx="93">
                  <c:v>3.3360142196015685E-2</c:v>
                </c:pt>
                <c:pt idx="94">
                  <c:v>4.7578687454363777E-2</c:v>
                </c:pt>
                <c:pt idx="95">
                  <c:v>2.2848458728443877E-3</c:v>
                </c:pt>
                <c:pt idx="96">
                  <c:v>2.6099070362141097E-2</c:v>
                </c:pt>
                <c:pt idx="97">
                  <c:v>2.1253294758865504E-2</c:v>
                </c:pt>
                <c:pt idx="98">
                  <c:v>1.5170474344219365E-3</c:v>
                </c:pt>
                <c:pt idx="99">
                  <c:v>2.4602671039803958E-2</c:v>
                </c:pt>
                <c:pt idx="100">
                  <c:v>3.3801291610419115E-2</c:v>
                </c:pt>
                <c:pt idx="101">
                  <c:v>4.4878604046929338E-2</c:v>
                </c:pt>
                <c:pt idx="102">
                  <c:v>1.3967661486305794E-2</c:v>
                </c:pt>
                <c:pt idx="103">
                  <c:v>1.0206054754721361E-2</c:v>
                </c:pt>
                <c:pt idx="104">
                  <c:v>1.722183647752118E-2</c:v>
                </c:pt>
                <c:pt idx="105">
                  <c:v>3.0410224603449443E-2</c:v>
                </c:pt>
                <c:pt idx="106">
                  <c:v>1.2676059007887375E-2</c:v>
                </c:pt>
                <c:pt idx="107">
                  <c:v>3.3911910365995057E-2</c:v>
                </c:pt>
                <c:pt idx="108">
                  <c:v>5.048050459658926E-2</c:v>
                </c:pt>
                <c:pt idx="109">
                  <c:v>4.1852690676550841E-2</c:v>
                </c:pt>
                <c:pt idx="110">
                  <c:v>-1.7038668472576846E-2</c:v>
                </c:pt>
                <c:pt idx="111">
                  <c:v>5.5732663304838059E-2</c:v>
                </c:pt>
                <c:pt idx="112">
                  <c:v>6.3801209707790019E-2</c:v>
                </c:pt>
                <c:pt idx="113">
                  <c:v>-3.9941812037215252E-3</c:v>
                </c:pt>
                <c:pt idx="114">
                  <c:v>-9.1859820469617937E-2</c:v>
                </c:pt>
                <c:pt idx="115">
                  <c:v>-8.3228582220267744E-2</c:v>
                </c:pt>
                <c:pt idx="116">
                  <c:v>4.7057758300012464E-2</c:v>
                </c:pt>
                <c:pt idx="117">
                  <c:v>7.7128742732050393E-2</c:v>
                </c:pt>
                <c:pt idx="118">
                  <c:v>7.9474429582748085E-2</c:v>
                </c:pt>
                <c:pt idx="119">
                  <c:v>7.5963687318389095E-2</c:v>
                </c:pt>
                <c:pt idx="120">
                  <c:v>5.091974355050799E-2</c:v>
                </c:pt>
                <c:pt idx="121">
                  <c:v>2.8840959939843369E-2</c:v>
                </c:pt>
                <c:pt idx="122">
                  <c:v>7.9355048563711117E-2</c:v>
                </c:pt>
                <c:pt idx="123">
                  <c:v>7.6874074153914895E-2</c:v>
                </c:pt>
                <c:pt idx="124">
                  <c:v>5.565777021133278E-2</c:v>
                </c:pt>
                <c:pt idx="125">
                  <c:v>5.6693152510030265E-2</c:v>
                </c:pt>
                <c:pt idx="126">
                  <c:v>1.7941187348994081E-2</c:v>
                </c:pt>
                <c:pt idx="127">
                  <c:v>5.8233716211525843E-2</c:v>
                </c:pt>
                <c:pt idx="128">
                  <c:v>3.9805610420070137E-2</c:v>
                </c:pt>
                <c:pt idx="129">
                  <c:v>-3.8466481135377317E-2</c:v>
                </c:pt>
                <c:pt idx="130">
                  <c:v>-4.2111603183458968E-5</c:v>
                </c:pt>
                <c:pt idx="131">
                  <c:v>-6.5402027252001504E-2</c:v>
                </c:pt>
                <c:pt idx="132">
                  <c:v>2.6049796630388977E-2</c:v>
                </c:pt>
                <c:pt idx="133">
                  <c:v>3.9208933811201607E-2</c:v>
                </c:pt>
                <c:pt idx="134">
                  <c:v>1.2958035039351667E-2</c:v>
                </c:pt>
                <c:pt idx="135">
                  <c:v>2.3990995503119006E-2</c:v>
                </c:pt>
                <c:pt idx="136">
                  <c:v>-2.9777926615907169E-2</c:v>
                </c:pt>
                <c:pt idx="137">
                  <c:v>1.1563997727250142E-2</c:v>
                </c:pt>
                <c:pt idx="138">
                  <c:v>3.323910256084317E-2</c:v>
                </c:pt>
                <c:pt idx="139">
                  <c:v>1.7442077376827569E-2</c:v>
                </c:pt>
                <c:pt idx="140">
                  <c:v>1.5502447821678533E-2</c:v>
                </c:pt>
                <c:pt idx="141">
                  <c:v>2.1622441068852583E-2</c:v>
                </c:pt>
                <c:pt idx="142">
                  <c:v>-7.1607028079042179E-2</c:v>
                </c:pt>
                <c:pt idx="143">
                  <c:v>0.16299594952916574</c:v>
                </c:pt>
                <c:pt idx="144">
                  <c:v>5.79423004906785E-2</c:v>
                </c:pt>
                <c:pt idx="145">
                  <c:v>1.623387352448602E-2</c:v>
                </c:pt>
                <c:pt idx="146">
                  <c:v>5.7337784654342361E-2</c:v>
                </c:pt>
                <c:pt idx="147">
                  <c:v>4.0792930974510533E-2</c:v>
                </c:pt>
                <c:pt idx="148">
                  <c:v>2.1475188113024846E-3</c:v>
                </c:pt>
                <c:pt idx="149">
                  <c:v>1.0788988597873583E-2</c:v>
                </c:pt>
                <c:pt idx="150">
                  <c:v>3.5364202421872326E-2</c:v>
                </c:pt>
                <c:pt idx="151">
                  <c:v>4.8581409336635684E-2</c:v>
                </c:pt>
                <c:pt idx="152">
                  <c:v>5.3902925933282386E-2</c:v>
                </c:pt>
                <c:pt idx="153">
                  <c:v>5.3355834715314909E-2</c:v>
                </c:pt>
                <c:pt idx="154">
                  <c:v>5.4245545951603358E-2</c:v>
                </c:pt>
                <c:pt idx="155">
                  <c:v>3.5928118168307321E-2</c:v>
                </c:pt>
                <c:pt idx="156">
                  <c:v>1.2317674972956327E-2</c:v>
                </c:pt>
                <c:pt idx="157">
                  <c:v>-3.1540006055511105E-2</c:v>
                </c:pt>
                <c:pt idx="158">
                  <c:v>3.4350159273815351E-2</c:v>
                </c:pt>
                <c:pt idx="159">
                  <c:v>1.4659600919759708E-2</c:v>
                </c:pt>
                <c:pt idx="160">
                  <c:v>-1.0910890900628578E-2</c:v>
                </c:pt>
                <c:pt idx="161">
                  <c:v>-9.9511100286984178E-3</c:v>
                </c:pt>
                <c:pt idx="162">
                  <c:v>1.3997188459779597E-2</c:v>
                </c:pt>
                <c:pt idx="163">
                  <c:v>4.0277646994927085E-2</c:v>
                </c:pt>
                <c:pt idx="164">
                  <c:v>5.1163022683997639E-3</c:v>
                </c:pt>
                <c:pt idx="165">
                  <c:v>3.409292975989997E-2</c:v>
                </c:pt>
                <c:pt idx="166">
                  <c:v>1.8071093441730302E-2</c:v>
                </c:pt>
                <c:pt idx="167">
                  <c:v>2.8571964093880187E-2</c:v>
                </c:pt>
                <c:pt idx="168">
                  <c:v>-4.1728054126710989E-2</c:v>
                </c:pt>
                <c:pt idx="169">
                  <c:v>5.697546331287251E-2</c:v>
                </c:pt>
                <c:pt idx="170">
                  <c:v>-1.8322759291911073E-4</c:v>
                </c:pt>
                <c:pt idx="171">
                  <c:v>-2.316205048070441E-2</c:v>
                </c:pt>
                <c:pt idx="172">
                  <c:v>-2.409399387149902E-2</c:v>
                </c:pt>
                <c:pt idx="173">
                  <c:v>-2.2603150805797889E-2</c:v>
                </c:pt>
                <c:pt idx="174">
                  <c:v>5.7171635591997116E-2</c:v>
                </c:pt>
                <c:pt idx="175">
                  <c:v>-2.8542849714981E-2</c:v>
                </c:pt>
                <c:pt idx="176">
                  <c:v>6.9231425746552056E-4</c:v>
                </c:pt>
                <c:pt idx="177">
                  <c:v>6.4212286747664882E-2</c:v>
                </c:pt>
                <c:pt idx="178">
                  <c:v>4.92138727154523E-2</c:v>
                </c:pt>
                <c:pt idx="179">
                  <c:v>2.2435373396482605E-2</c:v>
                </c:pt>
                <c:pt idx="180">
                  <c:v>7.8934306851634828E-2</c:v>
                </c:pt>
                <c:pt idx="181">
                  <c:v>5.885956375273893E-2</c:v>
                </c:pt>
                <c:pt idx="182">
                  <c:v>4.6719655762588186E-2</c:v>
                </c:pt>
                <c:pt idx="183">
                  <c:v>-5.7447208526378413E-2</c:v>
                </c:pt>
                <c:pt idx="184">
                  <c:v>3.5669698742415434E-2</c:v>
                </c:pt>
                <c:pt idx="185">
                  <c:v>3.0544743932931162E-2</c:v>
                </c:pt>
                <c:pt idx="186">
                  <c:v>2.9493032460674584E-2</c:v>
                </c:pt>
                <c:pt idx="187">
                  <c:v>2.0905805901302088E-2</c:v>
                </c:pt>
                <c:pt idx="188">
                  <c:v>5.8538725511159129E-3</c:v>
                </c:pt>
                <c:pt idx="189">
                  <c:v>-1.2341965399166432E-2</c:v>
                </c:pt>
                <c:pt idx="190">
                  <c:v>1.4999956229555522E-4</c:v>
                </c:pt>
                <c:pt idx="191">
                  <c:v>2.1386020399108974E-2</c:v>
                </c:pt>
                <c:pt idx="192">
                  <c:v>2.4818777883384824E-2</c:v>
                </c:pt>
                <c:pt idx="193">
                  <c:v>2.9823136223381619E-2</c:v>
                </c:pt>
                <c:pt idx="194">
                  <c:v>-8.9654388749328406E-3</c:v>
                </c:pt>
                <c:pt idx="195">
                  <c:v>4.123541964121813E-2</c:v>
                </c:pt>
                <c:pt idx="196">
                  <c:v>-2.6329452414461607E-2</c:v>
                </c:pt>
                <c:pt idx="197">
                  <c:v>4.8177720381032296E-2</c:v>
                </c:pt>
                <c:pt idx="198">
                  <c:v>0.10496880842244027</c:v>
                </c:pt>
                <c:pt idx="199">
                  <c:v>7.3159130343208423E-2</c:v>
                </c:pt>
                <c:pt idx="200">
                  <c:v>0.14923331216541746</c:v>
                </c:pt>
                <c:pt idx="201">
                  <c:v>5.147814698576747E-2</c:v>
                </c:pt>
                <c:pt idx="202">
                  <c:v>2.7415285430697267E-2</c:v>
                </c:pt>
                <c:pt idx="203">
                  <c:v>0.11249715084460599</c:v>
                </c:pt>
                <c:pt idx="204">
                  <c:v>6.9642718003034121E-2</c:v>
                </c:pt>
                <c:pt idx="205">
                  <c:v>4.8168662910091253E-2</c:v>
                </c:pt>
                <c:pt idx="206">
                  <c:v>6.263300638322522E-2</c:v>
                </c:pt>
                <c:pt idx="207">
                  <c:v>5.4185792592505777E-2</c:v>
                </c:pt>
                <c:pt idx="208">
                  <c:v>7.5004657004170472E-2</c:v>
                </c:pt>
                <c:pt idx="209">
                  <c:v>3.8468111921205583E-2</c:v>
                </c:pt>
                <c:pt idx="210">
                  <c:v>7.2516210136440717E-2</c:v>
                </c:pt>
                <c:pt idx="211">
                  <c:v>1.0913042649942861E-2</c:v>
                </c:pt>
                <c:pt idx="212">
                  <c:v>1.1485643691821368E-2</c:v>
                </c:pt>
                <c:pt idx="213">
                  <c:v>4.3700545434233184E-3</c:v>
                </c:pt>
                <c:pt idx="214">
                  <c:v>2.3948677467059198E-2</c:v>
                </c:pt>
                <c:pt idx="215">
                  <c:v>-9.1438545351471001E-3</c:v>
                </c:pt>
                <c:pt idx="216">
                  <c:v>2.8132818619462263E-2</c:v>
                </c:pt>
                <c:pt idx="217">
                  <c:v>3.3174229101124553E-2</c:v>
                </c:pt>
                <c:pt idx="218">
                  <c:v>2.8190831770628089E-2</c:v>
                </c:pt>
                <c:pt idx="219">
                  <c:v>3.0970978711259978E-2</c:v>
                </c:pt>
                <c:pt idx="220">
                  <c:v>1.4351644517267337E-2</c:v>
                </c:pt>
                <c:pt idx="221">
                  <c:v>6.6923766413957919E-2</c:v>
                </c:pt>
                <c:pt idx="222">
                  <c:v>-5.3462677062754427E-2</c:v>
                </c:pt>
                <c:pt idx="223">
                  <c:v>-4.2135939864090699E-2</c:v>
                </c:pt>
                <c:pt idx="224">
                  <c:v>2.4421090952955193E-2</c:v>
                </c:pt>
                <c:pt idx="225">
                  <c:v>2.0076195892678284E-2</c:v>
                </c:pt>
                <c:pt idx="226">
                  <c:v>3.3471348075313934E-2</c:v>
                </c:pt>
                <c:pt idx="227">
                  <c:v>2.1390277769447907E-2</c:v>
                </c:pt>
                <c:pt idx="228">
                  <c:v>-1.1091689593192955E-2</c:v>
                </c:pt>
                <c:pt idx="229">
                  <c:v>3.3624508352102955E-2</c:v>
                </c:pt>
                <c:pt idx="230">
                  <c:v>3.9735427288196901E-2</c:v>
                </c:pt>
                <c:pt idx="231">
                  <c:v>4.5341028239786363E-2</c:v>
                </c:pt>
                <c:pt idx="232">
                  <c:v>2.5473154506658435E-2</c:v>
                </c:pt>
                <c:pt idx="233">
                  <c:v>5.66537999765091E-2</c:v>
                </c:pt>
                <c:pt idx="234">
                  <c:v>4.0958744183032803E-2</c:v>
                </c:pt>
                <c:pt idx="235">
                  <c:v>3.069687521406439E-2</c:v>
                </c:pt>
                <c:pt idx="236">
                  <c:v>5.6735478078466794E-3</c:v>
                </c:pt>
                <c:pt idx="237">
                  <c:v>2.1891107917486385E-2</c:v>
                </c:pt>
                <c:pt idx="238">
                  <c:v>-4.0631053513398241E-2</c:v>
                </c:pt>
                <c:pt idx="239">
                  <c:v>7.373056376331899E-4</c:v>
                </c:pt>
                <c:pt idx="240">
                  <c:v>-1.1209399318332425E-2</c:v>
                </c:pt>
                <c:pt idx="241">
                  <c:v>9.1256246361615112E-3</c:v>
                </c:pt>
                <c:pt idx="242">
                  <c:v>-1.0208808486915966E-2</c:v>
                </c:pt>
                <c:pt idx="243">
                  <c:v>2.4296391053323818E-2</c:v>
                </c:pt>
                <c:pt idx="244">
                  <c:v>4.143372157058689E-2</c:v>
                </c:pt>
                <c:pt idx="245">
                  <c:v>3.9427105875415869E-2</c:v>
                </c:pt>
                <c:pt idx="246">
                  <c:v>-3.1663522714281966E-2</c:v>
                </c:pt>
                <c:pt idx="247">
                  <c:v>2.5704525714572268E-2</c:v>
                </c:pt>
                <c:pt idx="248">
                  <c:v>2.7917483540522703E-2</c:v>
                </c:pt>
                <c:pt idx="249">
                  <c:v>-8.3985892918707616E-3</c:v>
                </c:pt>
                <c:pt idx="250">
                  <c:v>4.181535493017563E-2</c:v>
                </c:pt>
                <c:pt idx="251">
                  <c:v>2.9122968660037385E-2</c:v>
                </c:pt>
                <c:pt idx="252">
                  <c:v>6.437149871633463E-2</c:v>
                </c:pt>
                <c:pt idx="253">
                  <c:v>4.9168769896161812E-2</c:v>
                </c:pt>
                <c:pt idx="254">
                  <c:v>3.0442461775041396E-2</c:v>
                </c:pt>
                <c:pt idx="255">
                  <c:v>2.8570035632883073E-2</c:v>
                </c:pt>
                <c:pt idx="256">
                  <c:v>2.4165318391626833E-2</c:v>
                </c:pt>
                <c:pt idx="257">
                  <c:v>3.5945843977678305E-2</c:v>
                </c:pt>
                <c:pt idx="258">
                  <c:v>2.9848989720515196E-2</c:v>
                </c:pt>
                <c:pt idx="259">
                  <c:v>5.6408978594144177E-2</c:v>
                </c:pt>
                <c:pt idx="260">
                  <c:v>4.566025282711772E-2</c:v>
                </c:pt>
                <c:pt idx="261">
                  <c:v>4.8950107896427841E-2</c:v>
                </c:pt>
                <c:pt idx="262">
                  <c:v>8.0424921532977756E-2</c:v>
                </c:pt>
                <c:pt idx="263">
                  <c:v>2.3664820505159057E-2</c:v>
                </c:pt>
                <c:pt idx="264">
                  <c:v>-2.3897843115538109E-2</c:v>
                </c:pt>
                <c:pt idx="265">
                  <c:v>9.2321350951954928E-2</c:v>
                </c:pt>
                <c:pt idx="266">
                  <c:v>1.9750058771006218E-2</c:v>
                </c:pt>
                <c:pt idx="267">
                  <c:v>7.7862723884583041E-3</c:v>
                </c:pt>
                <c:pt idx="268">
                  <c:v>-8.2096932572204295E-3</c:v>
                </c:pt>
                <c:pt idx="269">
                  <c:v>1.4087955886287862E-2</c:v>
                </c:pt>
                <c:pt idx="270">
                  <c:v>2.5550681641370643E-2</c:v>
                </c:pt>
                <c:pt idx="271">
                  <c:v>1.8430170565779891E-2</c:v>
                </c:pt>
                <c:pt idx="272">
                  <c:v>-1.2652833822364262E-2</c:v>
                </c:pt>
                <c:pt idx="273">
                  <c:v>2.6622857519246201E-2</c:v>
                </c:pt>
                <c:pt idx="274">
                  <c:v>-4.3849576239569643E-3</c:v>
                </c:pt>
                <c:pt idx="275">
                  <c:v>9.6185139885331949E-3</c:v>
                </c:pt>
                <c:pt idx="276">
                  <c:v>7.7215383338724131E-2</c:v>
                </c:pt>
                <c:pt idx="277">
                  <c:v>6.4654296657767008E-2</c:v>
                </c:pt>
                <c:pt idx="278">
                  <c:v>4.8330955500051065E-3</c:v>
                </c:pt>
                <c:pt idx="279">
                  <c:v>5.6761885906579268E-2</c:v>
                </c:pt>
                <c:pt idx="280">
                  <c:v>1.9127117793729775E-2</c:v>
                </c:pt>
                <c:pt idx="281">
                  <c:v>7.0353483677139339E-2</c:v>
                </c:pt>
                <c:pt idx="282">
                  <c:v>4.3133084917287068E-2</c:v>
                </c:pt>
                <c:pt idx="283">
                  <c:v>9.3264119984071803E-2</c:v>
                </c:pt>
                <c:pt idx="284">
                  <c:v>5.5968846674966599E-2</c:v>
                </c:pt>
                <c:pt idx="285">
                  <c:v>4.9048667044242267E-2</c:v>
                </c:pt>
                <c:pt idx="286">
                  <c:v>8.1684877393326527E-2</c:v>
                </c:pt>
                <c:pt idx="287">
                  <c:v>7.8363875939425398E-2</c:v>
                </c:pt>
                <c:pt idx="288">
                  <c:v>9.3418190672334811E-2</c:v>
                </c:pt>
                <c:pt idx="289">
                  <c:v>5.7127025667470299E-2</c:v>
                </c:pt>
                <c:pt idx="290">
                  <c:v>7.29269019047456E-2</c:v>
                </c:pt>
                <c:pt idx="291">
                  <c:v>-2.620692536187097E-2</c:v>
                </c:pt>
                <c:pt idx="292">
                  <c:v>-1.9382097107658591E-3</c:v>
                </c:pt>
                <c:pt idx="293">
                  <c:v>2.1155263174556405E-2</c:v>
                </c:pt>
                <c:pt idx="294">
                  <c:v>1.1055034681108911E-2</c:v>
                </c:pt>
                <c:pt idx="295">
                  <c:v>4.9193451018575862E-2</c:v>
                </c:pt>
                <c:pt idx="296">
                  <c:v>1.286087796682267E-3</c:v>
                </c:pt>
                <c:pt idx="297">
                  <c:v>2.4228975479089643E-2</c:v>
                </c:pt>
                <c:pt idx="298">
                  <c:v>2.6901465377607403E-2</c:v>
                </c:pt>
                <c:pt idx="299">
                  <c:v>2.734143002094358E-2</c:v>
                </c:pt>
                <c:pt idx="300">
                  <c:v>2.4594965548130343E-2</c:v>
                </c:pt>
                <c:pt idx="301">
                  <c:v>5.501538186066357E-3</c:v>
                </c:pt>
                <c:pt idx="302">
                  <c:v>-1.6074731222538219E-2</c:v>
                </c:pt>
                <c:pt idx="303">
                  <c:v>9.5674194092221221E-2</c:v>
                </c:pt>
                <c:pt idx="304">
                  <c:v>8.3659595154537136E-3</c:v>
                </c:pt>
                <c:pt idx="305">
                  <c:v>-1.4419929121239239E-2</c:v>
                </c:pt>
                <c:pt idx="306">
                  <c:v>-5.5200212413577754E-2</c:v>
                </c:pt>
                <c:pt idx="307">
                  <c:v>-3.2483821282609182E-2</c:v>
                </c:pt>
                <c:pt idx="308">
                  <c:v>3.8292296500312961E-2</c:v>
                </c:pt>
                <c:pt idx="309">
                  <c:v>2.5739342859210756E-2</c:v>
                </c:pt>
                <c:pt idx="310">
                  <c:v>-1.0937163800196714E-2</c:v>
                </c:pt>
                <c:pt idx="311">
                  <c:v>3.3527120778469754E-2</c:v>
                </c:pt>
                <c:pt idx="312">
                  <c:v>8.8460982377739805E-2</c:v>
                </c:pt>
                <c:pt idx="313">
                  <c:v>0.10248565674279742</c:v>
                </c:pt>
                <c:pt idx="314">
                  <c:v>7.7097160961746347E-2</c:v>
                </c:pt>
                <c:pt idx="315">
                  <c:v>7.3512440010918834E-2</c:v>
                </c:pt>
                <c:pt idx="316">
                  <c:v>7.7371154467288594E-2</c:v>
                </c:pt>
                <c:pt idx="317">
                  <c:v>8.3587790510960547E-2</c:v>
                </c:pt>
                <c:pt idx="318">
                  <c:v>8.3100144258615893E-2</c:v>
                </c:pt>
                <c:pt idx="319">
                  <c:v>5.7701877811377589E-2</c:v>
                </c:pt>
                <c:pt idx="320">
                  <c:v>-2.8805018172396446E-3</c:v>
                </c:pt>
                <c:pt idx="321">
                  <c:v>-5.2867837865512302E-3</c:v>
                </c:pt>
                <c:pt idx="322">
                  <c:v>5.404059843266551E-2</c:v>
                </c:pt>
                <c:pt idx="323">
                  <c:v>6.0846192700489299E-2</c:v>
                </c:pt>
                <c:pt idx="324">
                  <c:v>3.9915983922257148E-2</c:v>
                </c:pt>
                <c:pt idx="325">
                  <c:v>5.2319459584362349E-2</c:v>
                </c:pt>
                <c:pt idx="326">
                  <c:v>3.4122198295502892E-2</c:v>
                </c:pt>
                <c:pt idx="327">
                  <c:v>4.9133971897776796E-3</c:v>
                </c:pt>
                <c:pt idx="328">
                  <c:v>6.0010981655136408E-3</c:v>
                </c:pt>
                <c:pt idx="329">
                  <c:v>3.7440898766760489E-2</c:v>
                </c:pt>
                <c:pt idx="330">
                  <c:v>-1.9534158509192268E-2</c:v>
                </c:pt>
                <c:pt idx="331">
                  <c:v>2.6061959378278265E-2</c:v>
                </c:pt>
                <c:pt idx="332">
                  <c:v>1.5076625520542564E-2</c:v>
                </c:pt>
                <c:pt idx="333">
                  <c:v>3.7934334651983814E-2</c:v>
                </c:pt>
                <c:pt idx="334">
                  <c:v>2.3247964838087443E-2</c:v>
                </c:pt>
                <c:pt idx="335">
                  <c:v>8.5437567230825406E-2</c:v>
                </c:pt>
                <c:pt idx="336">
                  <c:v>-0.11465351855262584</c:v>
                </c:pt>
                <c:pt idx="337">
                  <c:v>3.7954611472165833E-2</c:v>
                </c:pt>
                <c:pt idx="338">
                  <c:v>-4.7637353430772911E-2</c:v>
                </c:pt>
                <c:pt idx="339">
                  <c:v>9.1087601855377232E-2</c:v>
                </c:pt>
                <c:pt idx="340">
                  <c:v>7.7052313713606324E-2</c:v>
                </c:pt>
                <c:pt idx="341">
                  <c:v>6.4202912554222058E-2</c:v>
                </c:pt>
                <c:pt idx="342">
                  <c:v>2.0246954687085372E-2</c:v>
                </c:pt>
                <c:pt idx="343">
                  <c:v>3.5043455026593895E-2</c:v>
                </c:pt>
                <c:pt idx="344">
                  <c:v>6.9865364704707389E-2</c:v>
                </c:pt>
                <c:pt idx="345">
                  <c:v>2.7595728928492713E-2</c:v>
                </c:pt>
                <c:pt idx="346">
                  <c:v>2.3683635336383846E-2</c:v>
                </c:pt>
                <c:pt idx="347">
                  <c:v>3.0854290109051163E-2</c:v>
                </c:pt>
                <c:pt idx="348">
                  <c:v>1.0710625798635576E-3</c:v>
                </c:pt>
                <c:pt idx="349">
                  <c:v>5.6000005202752945E-2</c:v>
                </c:pt>
                <c:pt idx="350">
                  <c:v>5.7734712299882585E-2</c:v>
                </c:pt>
                <c:pt idx="351">
                  <c:v>1.5480426664518987E-2</c:v>
                </c:pt>
                <c:pt idx="352">
                  <c:v>-6.0654408710240082E-3</c:v>
                </c:pt>
                <c:pt idx="353">
                  <c:v>-6.2758380843117578E-3</c:v>
                </c:pt>
                <c:pt idx="354">
                  <c:v>1.5402356446418297E-2</c:v>
                </c:pt>
                <c:pt idx="355">
                  <c:v>3.3853777190631096E-2</c:v>
                </c:pt>
                <c:pt idx="356">
                  <c:v>-1.7680124967913602E-2</c:v>
                </c:pt>
                <c:pt idx="357">
                  <c:v>2.4508343651720388E-2</c:v>
                </c:pt>
                <c:pt idx="358">
                  <c:v>6.8168871846193246E-2</c:v>
                </c:pt>
                <c:pt idx="359">
                  <c:v>3.2094824097240515E-2</c:v>
                </c:pt>
                <c:pt idx="360">
                  <c:v>-1.5972800301189971E-2</c:v>
                </c:pt>
                <c:pt idx="361">
                  <c:v>1.9036729025274646E-3</c:v>
                </c:pt>
                <c:pt idx="362">
                  <c:v>4.7251179865377413E-3</c:v>
                </c:pt>
                <c:pt idx="363">
                  <c:v>3.7706922938386178E-2</c:v>
                </c:pt>
                <c:pt idx="364">
                  <c:v>-5.8179409071673738E-2</c:v>
                </c:pt>
                <c:pt idx="365">
                  <c:v>4.2478838263023899E-2</c:v>
                </c:pt>
                <c:pt idx="366">
                  <c:v>5.4289107420218308E-2</c:v>
                </c:pt>
                <c:pt idx="367">
                  <c:v>6.083819441509708E-2</c:v>
                </c:pt>
                <c:pt idx="368">
                  <c:v>5.7983245036573372E-2</c:v>
                </c:pt>
                <c:pt idx="369">
                  <c:v>3.9845993200085639E-2</c:v>
                </c:pt>
                <c:pt idx="370">
                  <c:v>2.3666550698346889E-2</c:v>
                </c:pt>
                <c:pt idx="371">
                  <c:v>2.4658055926171984E-2</c:v>
                </c:pt>
                <c:pt idx="372">
                  <c:v>-2.803946472783847E-2</c:v>
                </c:pt>
                <c:pt idx="373">
                  <c:v>7.4185994209338801E-2</c:v>
                </c:pt>
                <c:pt idx="374">
                  <c:v>-2.690411898728029E-2</c:v>
                </c:pt>
                <c:pt idx="375">
                  <c:v>-4.6613044328740472E-3</c:v>
                </c:pt>
                <c:pt idx="376">
                  <c:v>-1.1484473012176255E-2</c:v>
                </c:pt>
                <c:pt idx="377">
                  <c:v>2.348247900814493E-2</c:v>
                </c:pt>
                <c:pt idx="378">
                  <c:v>1.8130104086631516E-2</c:v>
                </c:pt>
                <c:pt idx="379">
                  <c:v>4.4557320430593794E-3</c:v>
                </c:pt>
                <c:pt idx="380">
                  <c:v>-8.5848265615566799E-3</c:v>
                </c:pt>
                <c:pt idx="381">
                  <c:v>1.7031614133964368E-2</c:v>
                </c:pt>
                <c:pt idx="382">
                  <c:v>-1.2903417190182398E-2</c:v>
                </c:pt>
                <c:pt idx="383">
                  <c:v>-3.2906552377753084E-2</c:v>
                </c:pt>
                <c:pt idx="384">
                  <c:v>5.1964839375658656E-2</c:v>
                </c:pt>
                <c:pt idx="385">
                  <c:v>2.97095360397861E-2</c:v>
                </c:pt>
                <c:pt idx="386">
                  <c:v>1.3009523163152403E-2</c:v>
                </c:pt>
                <c:pt idx="387">
                  <c:v>8.12220221567721E-2</c:v>
                </c:pt>
                <c:pt idx="388">
                  <c:v>8.7214835169012961E-2</c:v>
                </c:pt>
                <c:pt idx="389">
                  <c:v>7.2505969044940111E-2</c:v>
                </c:pt>
                <c:pt idx="390">
                  <c:v>8.7797745836317276E-2</c:v>
                </c:pt>
                <c:pt idx="391">
                  <c:v>-9.9906868405037486E-3</c:v>
                </c:pt>
                <c:pt idx="392">
                  <c:v>7.3475844436788229E-2</c:v>
                </c:pt>
                <c:pt idx="393">
                  <c:v>5.0752763629215991E-2</c:v>
                </c:pt>
                <c:pt idx="394">
                  <c:v>1.4852445071408704E-2</c:v>
                </c:pt>
                <c:pt idx="395">
                  <c:v>9.0239052435818756E-3</c:v>
                </c:pt>
                <c:pt idx="396">
                  <c:v>1.6015837113918963E-2</c:v>
                </c:pt>
                <c:pt idx="397">
                  <c:v>-3.9898845774475555E-2</c:v>
                </c:pt>
                <c:pt idx="398">
                  <c:v>-2.6253005538313889E-2</c:v>
                </c:pt>
                <c:pt idx="399">
                  <c:v>2.4629570702967341E-2</c:v>
                </c:pt>
                <c:pt idx="400">
                  <c:v>2.5817533845720053E-2</c:v>
                </c:pt>
                <c:pt idx="401">
                  <c:v>1.2111395948968262E-2</c:v>
                </c:pt>
                <c:pt idx="402">
                  <c:v>-9.5036840213891249E-4</c:v>
                </c:pt>
                <c:pt idx="403">
                  <c:v>2.8853480631343631E-2</c:v>
                </c:pt>
                <c:pt idx="404">
                  <c:v>-4.5786098346555559E-2</c:v>
                </c:pt>
                <c:pt idx="405">
                  <c:v>5.3896644523236725E-2</c:v>
                </c:pt>
                <c:pt idx="406">
                  <c:v>7.7394339504671894E-2</c:v>
                </c:pt>
                <c:pt idx="407">
                  <c:v>8.1679562113564197E-2</c:v>
                </c:pt>
                <c:pt idx="408">
                  <c:v>6.6954082150743055E-2</c:v>
                </c:pt>
                <c:pt idx="409">
                  <c:v>0.1439487879129866</c:v>
                </c:pt>
                <c:pt idx="410">
                  <c:v>9.4102251072876841E-2</c:v>
                </c:pt>
                <c:pt idx="411">
                  <c:v>5.732963827365567E-2</c:v>
                </c:pt>
                <c:pt idx="412">
                  <c:v>2.7929230449755371E-2</c:v>
                </c:pt>
                <c:pt idx="413">
                  <c:v>1.8256248905659467E-2</c:v>
                </c:pt>
                <c:pt idx="414">
                  <c:v>-8.3499062717572459E-3</c:v>
                </c:pt>
                <c:pt idx="415">
                  <c:v>3.0041720159575735E-2</c:v>
                </c:pt>
                <c:pt idx="416">
                  <c:v>1.7152087362246382E-2</c:v>
                </c:pt>
                <c:pt idx="417">
                  <c:v>-7.8793924657702963E-3</c:v>
                </c:pt>
                <c:pt idx="418">
                  <c:v>3.2787120680370041E-2</c:v>
                </c:pt>
                <c:pt idx="419">
                  <c:v>1.7159110111979015E-2</c:v>
                </c:pt>
                <c:pt idx="420">
                  <c:v>2.7840610082223272E-2</c:v>
                </c:pt>
                <c:pt idx="421">
                  <c:v>6.1263435864636673E-2</c:v>
                </c:pt>
                <c:pt idx="422">
                  <c:v>0.21853692112568113</c:v>
                </c:pt>
                <c:pt idx="423">
                  <c:v>0.15247603677838639</c:v>
                </c:pt>
                <c:pt idx="424">
                  <c:v>9.5657979140907345E-2</c:v>
                </c:pt>
                <c:pt idx="425">
                  <c:v>2.6376137773624908E-2</c:v>
                </c:pt>
                <c:pt idx="426">
                  <c:v>2.7008071572278025E-2</c:v>
                </c:pt>
                <c:pt idx="427">
                  <c:v>2.7095147481967397E-2</c:v>
                </c:pt>
                <c:pt idx="428">
                  <c:v>9.4053274875563142E-2</c:v>
                </c:pt>
                <c:pt idx="429">
                  <c:v>7.7967557422505607E-2</c:v>
                </c:pt>
                <c:pt idx="430">
                  <c:v>9.0240961525566599E-2</c:v>
                </c:pt>
                <c:pt idx="431">
                  <c:v>0.12161769606051553</c:v>
                </c:pt>
                <c:pt idx="432">
                  <c:v>0.12136710095502767</c:v>
                </c:pt>
                <c:pt idx="433">
                  <c:v>0.10157549427093859</c:v>
                </c:pt>
                <c:pt idx="434">
                  <c:v>7.748634656086284E-2</c:v>
                </c:pt>
                <c:pt idx="435">
                  <c:v>-1.1752743849731795E-2</c:v>
                </c:pt>
                <c:pt idx="436">
                  <c:v>4.8240409560013076E-2</c:v>
                </c:pt>
                <c:pt idx="437">
                  <c:v>-6.6511997095735076E-2</c:v>
                </c:pt>
                <c:pt idx="438">
                  <c:v>0.10217884480187789</c:v>
                </c:pt>
                <c:pt idx="439">
                  <c:v>0.12961815302318525</c:v>
                </c:pt>
                <c:pt idx="440">
                  <c:v>6.7771621238015278E-2</c:v>
                </c:pt>
                <c:pt idx="441">
                  <c:v>6.0584198704362491E-2</c:v>
                </c:pt>
                <c:pt idx="442">
                  <c:v>9.7874769447192644E-2</c:v>
                </c:pt>
                <c:pt idx="443">
                  <c:v>0.1333639953757908</c:v>
                </c:pt>
                <c:pt idx="444">
                  <c:v>0.1398571170221008</c:v>
                </c:pt>
                <c:pt idx="445">
                  <c:v>0.10333708904541439</c:v>
                </c:pt>
                <c:pt idx="446">
                  <c:v>0.13567866578642795</c:v>
                </c:pt>
                <c:pt idx="447">
                  <c:v>0.12719753046579751</c:v>
                </c:pt>
                <c:pt idx="448">
                  <c:v>0.13062206218105521</c:v>
                </c:pt>
                <c:pt idx="449">
                  <c:v>7.1866402223129677E-2</c:v>
                </c:pt>
                <c:pt idx="450">
                  <c:v>-0.14804653127993095</c:v>
                </c:pt>
                <c:pt idx="451">
                  <c:v>2.4976117476242621E-2</c:v>
                </c:pt>
                <c:pt idx="452">
                  <c:v>5.3231471690330157E-2</c:v>
                </c:pt>
                <c:pt idx="453">
                  <c:v>7.9772565530576545E-2</c:v>
                </c:pt>
                <c:pt idx="454">
                  <c:v>4.0500328961072585E-2</c:v>
                </c:pt>
                <c:pt idx="455">
                  <c:v>4.4466984823766209E-2</c:v>
                </c:pt>
                <c:pt idx="456">
                  <c:v>4.0987040549773202E-2</c:v>
                </c:pt>
                <c:pt idx="457">
                  <c:v>1.1092705668026781E-2</c:v>
                </c:pt>
                <c:pt idx="458">
                  <c:v>8.6540876058731175E-2</c:v>
                </c:pt>
                <c:pt idx="459">
                  <c:v>6.3923318950068975E-2</c:v>
                </c:pt>
                <c:pt idx="460">
                  <c:v>5.1357402202697466E-2</c:v>
                </c:pt>
                <c:pt idx="461">
                  <c:v>9.4301892534933929E-2</c:v>
                </c:pt>
                <c:pt idx="462">
                  <c:v>0.12796894370011325</c:v>
                </c:pt>
                <c:pt idx="463">
                  <c:v>0.12907695941925867</c:v>
                </c:pt>
                <c:pt idx="464">
                  <c:v>0.11836393546200918</c:v>
                </c:pt>
                <c:pt idx="465">
                  <c:v>9.553560655982718E-2</c:v>
                </c:pt>
                <c:pt idx="466">
                  <c:v>8.4729221323756043E-2</c:v>
                </c:pt>
                <c:pt idx="467">
                  <c:v>7.6290182469359147E-2</c:v>
                </c:pt>
                <c:pt idx="468">
                  <c:v>6.2495785292647543E-2</c:v>
                </c:pt>
                <c:pt idx="469">
                  <c:v>6.2510030572153097E-2</c:v>
                </c:pt>
                <c:pt idx="470">
                  <c:v>7.0746077678868424E-2</c:v>
                </c:pt>
                <c:pt idx="471">
                  <c:v>7.8584697071902632E-2</c:v>
                </c:pt>
                <c:pt idx="472">
                  <c:v>8.4312247524316541E-2</c:v>
                </c:pt>
                <c:pt idx="473">
                  <c:v>9.3042034399240414E-2</c:v>
                </c:pt>
                <c:pt idx="474">
                  <c:v>9.0033353703465213E-2</c:v>
                </c:pt>
                <c:pt idx="475">
                  <c:v>0.10398179598533863</c:v>
                </c:pt>
                <c:pt idx="476">
                  <c:v>0.11899568738216693</c:v>
                </c:pt>
                <c:pt idx="477">
                  <c:v>0.13876396343267117</c:v>
                </c:pt>
                <c:pt idx="478">
                  <c:v>9.8795339365203683E-2</c:v>
                </c:pt>
                <c:pt idx="479">
                  <c:v>9.6583874182837759E-2</c:v>
                </c:pt>
                <c:pt idx="480">
                  <c:v>0.106343166201188</c:v>
                </c:pt>
                <c:pt idx="481">
                  <c:v>8.9738788549792448E-2</c:v>
                </c:pt>
                <c:pt idx="482">
                  <c:v>7.8130900206148768E-2</c:v>
                </c:pt>
                <c:pt idx="483">
                  <c:v>7.7745395038781195E-2</c:v>
                </c:pt>
                <c:pt idx="484">
                  <c:v>7.3187758931279046E-2</c:v>
                </c:pt>
                <c:pt idx="485">
                  <c:v>6.9739726963073734E-2</c:v>
                </c:pt>
                <c:pt idx="486">
                  <c:v>6.7741865378037946E-2</c:v>
                </c:pt>
                <c:pt idx="487">
                  <c:v>7.0997202004112969E-2</c:v>
                </c:pt>
                <c:pt idx="488">
                  <c:v>6.9012841605118114E-2</c:v>
                </c:pt>
                <c:pt idx="489">
                  <c:v>6.3593517632417829E-2</c:v>
                </c:pt>
                <c:pt idx="490">
                  <c:v>6.9886513429456398E-2</c:v>
                </c:pt>
                <c:pt idx="491">
                  <c:v>0.1105630426391313</c:v>
                </c:pt>
                <c:pt idx="492">
                  <c:v>9.6591691405582214E-2</c:v>
                </c:pt>
                <c:pt idx="493">
                  <c:v>9.1840893207834728E-2</c:v>
                </c:pt>
                <c:pt idx="494">
                  <c:v>9.792085625015079E-2</c:v>
                </c:pt>
                <c:pt idx="495">
                  <c:v>9.5908529180460222E-2</c:v>
                </c:pt>
                <c:pt idx="496">
                  <c:v>0.2690572754515197</c:v>
                </c:pt>
                <c:pt idx="497">
                  <c:v>0.34291115195950184</c:v>
                </c:pt>
                <c:pt idx="498">
                  <c:v>0.28070392988498782</c:v>
                </c:pt>
                <c:pt idx="499">
                  <c:v>8.9956663357843025E-2</c:v>
                </c:pt>
                <c:pt idx="500">
                  <c:v>6.1583063118931802E-2</c:v>
                </c:pt>
                <c:pt idx="501">
                  <c:v>3.6214024476155515E-2</c:v>
                </c:pt>
                <c:pt idx="502">
                  <c:v>-2.0043894554086394E-2</c:v>
                </c:pt>
                <c:pt idx="503">
                  <c:v>-7.5906841485962051E-4</c:v>
                </c:pt>
                <c:pt idx="504">
                  <c:v>3.9182379457666894E-2</c:v>
                </c:pt>
                <c:pt idx="505">
                  <c:v>3.5123640541916412E-3</c:v>
                </c:pt>
                <c:pt idx="506">
                  <c:v>-9.3761242726243532E-3</c:v>
                </c:pt>
                <c:pt idx="507">
                  <c:v>-5.7110029349341507E-2</c:v>
                </c:pt>
                <c:pt idx="508">
                  <c:v>-1.5526629092298516E-2</c:v>
                </c:pt>
                <c:pt idx="509">
                  <c:v>-3.3619889274417725E-3</c:v>
                </c:pt>
                <c:pt idx="510">
                  <c:v>-2.6518412753927523E-2</c:v>
                </c:pt>
                <c:pt idx="511">
                  <c:v>-1.4918494482383471E-2</c:v>
                </c:pt>
                <c:pt idx="512">
                  <c:v>2.3319760569964654E-2</c:v>
                </c:pt>
                <c:pt idx="513">
                  <c:v>1.0244029552953782E-2</c:v>
                </c:pt>
                <c:pt idx="514">
                  <c:v>-8.796440015652085E-2</c:v>
                </c:pt>
                <c:pt idx="515">
                  <c:v>0.14328475791387207</c:v>
                </c:pt>
                <c:pt idx="516">
                  <c:v>0.15477778933327002</c:v>
                </c:pt>
                <c:pt idx="517">
                  <c:v>5.1104274671949446E-2</c:v>
                </c:pt>
                <c:pt idx="518">
                  <c:v>8.6116582723662294E-2</c:v>
                </c:pt>
                <c:pt idx="519">
                  <c:v>3.3359360667069016E-2</c:v>
                </c:pt>
                <c:pt idx="520">
                  <c:v>5.4474426336592607E-2</c:v>
                </c:pt>
                <c:pt idx="521">
                  <c:v>5.7734803146074043E-2</c:v>
                </c:pt>
                <c:pt idx="522">
                  <c:v>6.3196927320837482E-2</c:v>
                </c:pt>
                <c:pt idx="523">
                  <c:v>6.8703192603587704E-2</c:v>
                </c:pt>
                <c:pt idx="524">
                  <c:v>8.0055542784583489E-2</c:v>
                </c:pt>
                <c:pt idx="525">
                  <c:v>5.5623860098245492E-2</c:v>
                </c:pt>
                <c:pt idx="526">
                  <c:v>2.1673908325356983E-3</c:v>
                </c:pt>
                <c:pt idx="527">
                  <c:v>3.252061909897197E-2</c:v>
                </c:pt>
                <c:pt idx="528">
                  <c:v>-6.8400329916600167E-2</c:v>
                </c:pt>
                <c:pt idx="529">
                  <c:v>5.8818425066647695E-2</c:v>
                </c:pt>
                <c:pt idx="530">
                  <c:v>0.12524593305168241</c:v>
                </c:pt>
                <c:pt idx="531">
                  <c:v>2.1379890545011992E-2</c:v>
                </c:pt>
                <c:pt idx="532">
                  <c:v>-2.8815960650288241E-2</c:v>
                </c:pt>
                <c:pt idx="533">
                  <c:v>-2.3293540646946331E-2</c:v>
                </c:pt>
                <c:pt idx="534">
                  <c:v>-6.7966287455312191E-5</c:v>
                </c:pt>
                <c:pt idx="535">
                  <c:v>1.2217153394205038E-3</c:v>
                </c:pt>
                <c:pt idx="536">
                  <c:v>-5.353193887782548E-3</c:v>
                </c:pt>
                <c:pt idx="537">
                  <c:v>3.5020091184856161E-2</c:v>
                </c:pt>
                <c:pt idx="538">
                  <c:v>6.8214524205388649E-2</c:v>
                </c:pt>
                <c:pt idx="539">
                  <c:v>2.055668059323712E-2</c:v>
                </c:pt>
                <c:pt idx="540">
                  <c:v>-2.0323524297753637E-2</c:v>
                </c:pt>
                <c:pt idx="541">
                  <c:v>-3.9234378985793628E-2</c:v>
                </c:pt>
                <c:pt idx="542">
                  <c:v>1.3118767131480302E-2</c:v>
                </c:pt>
                <c:pt idx="543">
                  <c:v>-5.4197164284053412E-2</c:v>
                </c:pt>
                <c:pt idx="544">
                  <c:v>-3.0950373465178482E-2</c:v>
                </c:pt>
                <c:pt idx="545">
                  <c:v>-1.3932082245818989E-2</c:v>
                </c:pt>
                <c:pt idx="546">
                  <c:v>0.11089640657148303</c:v>
                </c:pt>
                <c:pt idx="547">
                  <c:v>6.8350268864165287E-2</c:v>
                </c:pt>
                <c:pt idx="548">
                  <c:v>-2.7772711516899196E-2</c:v>
                </c:pt>
                <c:pt idx="549">
                  <c:v>-1.0408958263032897E-3</c:v>
                </c:pt>
                <c:pt idx="550">
                  <c:v>5.6203919221476273E-2</c:v>
                </c:pt>
                <c:pt idx="551">
                  <c:v>-6.8711067508009482E-2</c:v>
                </c:pt>
                <c:pt idx="552">
                  <c:v>2.4806333329055796E-2</c:v>
                </c:pt>
                <c:pt idx="553">
                  <c:v>3.7154939078135829E-2</c:v>
                </c:pt>
                <c:pt idx="554">
                  <c:v>-1.8300864119052851E-2</c:v>
                </c:pt>
                <c:pt idx="555">
                  <c:v>7.8873081879928142E-2</c:v>
                </c:pt>
                <c:pt idx="556">
                  <c:v>-1.2855816984904345E-2</c:v>
                </c:pt>
                <c:pt idx="557">
                  <c:v>-1.3433979352341918E-3</c:v>
                </c:pt>
                <c:pt idx="558">
                  <c:v>6.6297735720620476E-2</c:v>
                </c:pt>
                <c:pt idx="559">
                  <c:v>8.9489131531805155E-2</c:v>
                </c:pt>
                <c:pt idx="560">
                  <c:v>7.920768692319613E-2</c:v>
                </c:pt>
                <c:pt idx="561">
                  <c:v>2.3301590911632974E-2</c:v>
                </c:pt>
                <c:pt idx="562">
                  <c:v>-7.8016621015683518E-2</c:v>
                </c:pt>
                <c:pt idx="563">
                  <c:v>0.1088808781464623</c:v>
                </c:pt>
                <c:pt idx="564">
                  <c:v>-3.3913604489927307E-2</c:v>
                </c:pt>
                <c:pt idx="565">
                  <c:v>2.9396030494636793E-2</c:v>
                </c:pt>
                <c:pt idx="566">
                  <c:v>6.6119558888838359E-2</c:v>
                </c:pt>
                <c:pt idx="567">
                  <c:v>3.5557493684577057E-3</c:v>
                </c:pt>
                <c:pt idx="568">
                  <c:v>4.9095237137097403E-2</c:v>
                </c:pt>
                <c:pt idx="569">
                  <c:v>5.4734643920332227E-2</c:v>
                </c:pt>
                <c:pt idx="570">
                  <c:v>6.6454893625809142E-2</c:v>
                </c:pt>
                <c:pt idx="571">
                  <c:v>6.9537166386994365E-2</c:v>
                </c:pt>
                <c:pt idx="572">
                  <c:v>5.8156462155913191E-2</c:v>
                </c:pt>
                <c:pt idx="573">
                  <c:v>4.2183220366759366E-2</c:v>
                </c:pt>
                <c:pt idx="574">
                  <c:v>4.381454175863797E-2</c:v>
                </c:pt>
                <c:pt idx="575">
                  <c:v>4.2697542844195135E-2</c:v>
                </c:pt>
                <c:pt idx="576">
                  <c:v>3.6001573053915603E-2</c:v>
                </c:pt>
                <c:pt idx="577">
                  <c:v>2.9355398500191976E-2</c:v>
                </c:pt>
                <c:pt idx="578">
                  <c:v>3.7435234203190282E-2</c:v>
                </c:pt>
                <c:pt idx="579">
                  <c:v>5.6129159122431105E-2</c:v>
                </c:pt>
                <c:pt idx="580">
                  <c:v>6.2226549913231732E-2</c:v>
                </c:pt>
                <c:pt idx="581">
                  <c:v>5.9749404920229621E-2</c:v>
                </c:pt>
                <c:pt idx="582">
                  <c:v>3.5271268505542519E-2</c:v>
                </c:pt>
                <c:pt idx="583">
                  <c:v>7.6162104460511637E-2</c:v>
                </c:pt>
                <c:pt idx="584">
                  <c:v>3.5390227795490503E-2</c:v>
                </c:pt>
                <c:pt idx="585">
                  <c:v>5.5155668616063691E-2</c:v>
                </c:pt>
                <c:pt idx="586">
                  <c:v>-7.1372600505335781E-2</c:v>
                </c:pt>
                <c:pt idx="587">
                  <c:v>5.873903356943444E-2</c:v>
                </c:pt>
                <c:pt idx="588">
                  <c:v>8.6670037446277437E-2</c:v>
                </c:pt>
                <c:pt idx="589">
                  <c:v>-1.5779574062033674E-3</c:v>
                </c:pt>
                <c:pt idx="590">
                  <c:v>1.4188934715984702E-2</c:v>
                </c:pt>
                <c:pt idx="591">
                  <c:v>3.6322501785948758E-2</c:v>
                </c:pt>
                <c:pt idx="592">
                  <c:v>3.7053656620180675E-2</c:v>
                </c:pt>
                <c:pt idx="593">
                  <c:v>-2.1383880337869643E-2</c:v>
                </c:pt>
                <c:pt idx="594">
                  <c:v>5.4049369050749529E-2</c:v>
                </c:pt>
                <c:pt idx="595">
                  <c:v>5.2549096085239277E-2</c:v>
                </c:pt>
                <c:pt idx="596">
                  <c:v>-2.3550137330897725E-2</c:v>
                </c:pt>
                <c:pt idx="597">
                  <c:v>1.4536077394441405E-2</c:v>
                </c:pt>
                <c:pt idx="598">
                  <c:v>7.776874742232609E-2</c:v>
                </c:pt>
                <c:pt idx="599">
                  <c:v>7.8542795151106848E-2</c:v>
                </c:pt>
                <c:pt idx="600">
                  <c:v>0.12485966262777759</c:v>
                </c:pt>
                <c:pt idx="601">
                  <c:v>4.2124379850336346E-2</c:v>
                </c:pt>
                <c:pt idx="602">
                  <c:v>1.9428637409810934E-2</c:v>
                </c:pt>
                <c:pt idx="603">
                  <c:v>3.5863185469774406E-2</c:v>
                </c:pt>
                <c:pt idx="604">
                  <c:v>6.1554451507453534E-2</c:v>
                </c:pt>
                <c:pt idx="605">
                  <c:v>9.9379524384588525E-3</c:v>
                </c:pt>
                <c:pt idx="606">
                  <c:v>3.4484395496982234E-2</c:v>
                </c:pt>
                <c:pt idx="607">
                  <c:v>-8.8813360362630545E-2</c:v>
                </c:pt>
                <c:pt idx="608">
                  <c:v>1.7541029126326491E-2</c:v>
                </c:pt>
                <c:pt idx="609">
                  <c:v>4.5195773262443062E-2</c:v>
                </c:pt>
                <c:pt idx="610">
                  <c:v>3.9303064681775357E-2</c:v>
                </c:pt>
                <c:pt idx="611">
                  <c:v>-8.1372660077566938E-2</c:v>
                </c:pt>
                <c:pt idx="612">
                  <c:v>-7.2893062931661423E-2</c:v>
                </c:pt>
                <c:pt idx="613">
                  <c:v>-8.8590011564535498E-3</c:v>
                </c:pt>
                <c:pt idx="614">
                  <c:v>1.3206914403771197E-2</c:v>
                </c:pt>
                <c:pt idx="615">
                  <c:v>9.088700140492012E-3</c:v>
                </c:pt>
                <c:pt idx="616">
                  <c:v>6.3290087663793848E-2</c:v>
                </c:pt>
                <c:pt idx="617">
                  <c:v>8.6170490522646359E-2</c:v>
                </c:pt>
                <c:pt idx="618">
                  <c:v>4.7786417313111063E-2</c:v>
                </c:pt>
                <c:pt idx="619">
                  <c:v>8.8147481365549618E-2</c:v>
                </c:pt>
                <c:pt idx="620">
                  <c:v>0.11917725780116029</c:v>
                </c:pt>
                <c:pt idx="621">
                  <c:v>2.1949211349040487E-2</c:v>
                </c:pt>
                <c:pt idx="622">
                  <c:v>7.9310902656105631E-2</c:v>
                </c:pt>
                <c:pt idx="623">
                  <c:v>7.2516267281079738E-2</c:v>
                </c:pt>
                <c:pt idx="624">
                  <c:v>2.7214449213291969E-2</c:v>
                </c:pt>
                <c:pt idx="625">
                  <c:v>-0.12408907450234496</c:v>
                </c:pt>
                <c:pt idx="626">
                  <c:v>3.7471931359185584E-2</c:v>
                </c:pt>
                <c:pt idx="627">
                  <c:v>5.6542538053726332E-2</c:v>
                </c:pt>
                <c:pt idx="628">
                  <c:v>2.4225936992638974E-3</c:v>
                </c:pt>
                <c:pt idx="629">
                  <c:v>2.932777578694834E-2</c:v>
                </c:pt>
                <c:pt idx="630">
                  <c:v>3.1293791975710583E-3</c:v>
                </c:pt>
                <c:pt idx="631">
                  <c:v>5.428551004333193E-2</c:v>
                </c:pt>
                <c:pt idx="632">
                  <c:v>-3.3479157102722201E-2</c:v>
                </c:pt>
                <c:pt idx="633">
                  <c:v>-3.2388868730511722E-2</c:v>
                </c:pt>
                <c:pt idx="634">
                  <c:v>-5.8451534541789418E-2</c:v>
                </c:pt>
                <c:pt idx="635">
                  <c:v>-2.926614764837332E-2</c:v>
                </c:pt>
                <c:pt idx="636">
                  <c:v>2.3784686749124928E-2</c:v>
                </c:pt>
                <c:pt idx="637">
                  <c:v>3.1055387716961036E-2</c:v>
                </c:pt>
                <c:pt idx="638">
                  <c:v>4.7619700275780774E-2</c:v>
                </c:pt>
                <c:pt idx="639">
                  <c:v>2.3517274041775726E-2</c:v>
                </c:pt>
                <c:pt idx="640">
                  <c:v>1.6880093431126397E-3</c:v>
                </c:pt>
                <c:pt idx="641">
                  <c:v>5.4844773614530773E-3</c:v>
                </c:pt>
                <c:pt idx="642">
                  <c:v>3.6212357600149403E-3</c:v>
                </c:pt>
                <c:pt idx="643">
                  <c:v>7.5366721073792942E-3</c:v>
                </c:pt>
                <c:pt idx="644">
                  <c:v>4.3347269125496801E-2</c:v>
                </c:pt>
                <c:pt idx="645">
                  <c:v>3.8550190453106481E-2</c:v>
                </c:pt>
                <c:pt idx="646">
                  <c:v>4.4184626191337228E-2</c:v>
                </c:pt>
                <c:pt idx="647">
                  <c:v>6.532848927184487E-2</c:v>
                </c:pt>
                <c:pt idx="648">
                  <c:v>7.0238382593193149E-2</c:v>
                </c:pt>
                <c:pt idx="649">
                  <c:v>6.2070513740815736E-2</c:v>
                </c:pt>
                <c:pt idx="650">
                  <c:v>4.5700068445876152E-2</c:v>
                </c:pt>
                <c:pt idx="651">
                  <c:v>3.9178479108588959E-2</c:v>
                </c:pt>
                <c:pt idx="652">
                  <c:v>5.3300213557708087E-2</c:v>
                </c:pt>
                <c:pt idx="653">
                  <c:v>5.7437406372815136E-2</c:v>
                </c:pt>
                <c:pt idx="654">
                  <c:v>5.6386261278970284E-2</c:v>
                </c:pt>
                <c:pt idx="655">
                  <c:v>4.1282297830143921E-2</c:v>
                </c:pt>
                <c:pt idx="656">
                  <c:v>4.2619668368138797E-2</c:v>
                </c:pt>
                <c:pt idx="657">
                  <c:v>2.6383694274552782E-2</c:v>
                </c:pt>
                <c:pt idx="658">
                  <c:v>5.5609183943384544E-2</c:v>
                </c:pt>
                <c:pt idx="659">
                  <c:v>2.0584991704589273E-2</c:v>
                </c:pt>
                <c:pt idx="660">
                  <c:v>3.5709383389368687E-2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0F7-44BD-AD8B-8733D373C9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4053904"/>
        <c:axId val="114046832"/>
      </c:scatterChart>
      <c:valAx>
        <c:axId val="114053904"/>
        <c:scaling>
          <c:orientation val="minMax"/>
          <c:min val="1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Частка державних</a:t>
                </a:r>
                <a:r>
                  <a:rPr lang="ru-RU" sz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видатків у ВВП, %</a:t>
                </a:r>
                <a:endParaRPr lang="ru-RU" sz="120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114046832"/>
        <c:crosses val="autoZero"/>
        <c:crossBetween val="midCat"/>
      </c:valAx>
      <c:valAx>
        <c:axId val="114046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10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Темп зростання ВВП ПКС на одного</a:t>
                </a:r>
                <a:r>
                  <a:rPr lang="ru-RU" sz="11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працюючого, %</a:t>
                </a:r>
                <a:endParaRPr lang="ru-RU" sz="110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11405390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uk-UA">
                <a:latin typeface="Times New Roman" panose="02020603050405020304" pitchFamily="18" charset="0"/>
                <a:cs typeface="Times New Roman" panose="02020603050405020304" pitchFamily="18" charset="0"/>
              </a:rPr>
              <a:t>Зв'язок</a:t>
            </a:r>
            <a:r>
              <a:rPr lang="uk-UA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економічного рівня країни та частки висококваліфікованих робочих місць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22715495945155439"/>
          <c:y val="8.7465616211708872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14251791748906853"/>
          <c:y val="0.14382967623184456"/>
          <c:w val="0.82206811802185875"/>
          <c:h val="0.6932091193793406"/>
        </c:manualLayout>
      </c:layout>
      <c:scatterChart>
        <c:scatterStyle val="lineMarker"/>
        <c:varyColors val="0"/>
        <c:ser>
          <c:idx val="0"/>
          <c:order val="0"/>
          <c:tx>
            <c:strRef>
              <c:f>Дані!$K$1</c:f>
              <c:strCache>
                <c:ptCount val="1"/>
                <c:pt idx="0">
                  <c:v>Economic Complexity Index (ECI) [18]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Дані!$J$2:$J$79</c:f>
              <c:numCache>
                <c:formatCode>#\ ##0.0</c:formatCode>
                <c:ptCount val="78"/>
                <c:pt idx="0">
                  <c:v>124.98344017094017</c:v>
                </c:pt>
                <c:pt idx="1">
                  <c:v>120.68429487179488</c:v>
                </c:pt>
                <c:pt idx="2">
                  <c:v>82.098443223443226</c:v>
                </c:pt>
                <c:pt idx="3">
                  <c:v>73.238805970149258</c:v>
                </c:pt>
                <c:pt idx="4">
                  <c:v>72.92177314211213</c:v>
                </c:pt>
                <c:pt idx="5">
                  <c:v>72.347315436241615</c:v>
                </c:pt>
                <c:pt idx="6">
                  <c:v>69.874735729386899</c:v>
                </c:pt>
                <c:pt idx="7">
                  <c:v>68.195527156549517</c:v>
                </c:pt>
                <c:pt idx="8">
                  <c:v>67.498901098901101</c:v>
                </c:pt>
                <c:pt idx="9">
                  <c:v>66.779963122311003</c:v>
                </c:pt>
                <c:pt idx="10">
                  <c:v>66.414027149321271</c:v>
                </c:pt>
                <c:pt idx="11">
                  <c:v>60.544808743169398</c:v>
                </c:pt>
                <c:pt idx="12">
                  <c:v>58.630261054874801</c:v>
                </c:pt>
                <c:pt idx="13">
                  <c:v>58.485698261357264</c:v>
                </c:pt>
                <c:pt idx="14">
                  <c:v>57.732083792723266</c:v>
                </c:pt>
                <c:pt idx="15">
                  <c:v>57.088459285295841</c:v>
                </c:pt>
                <c:pt idx="16">
                  <c:v>55.868327402135229</c:v>
                </c:pt>
                <c:pt idx="17">
                  <c:v>55.598975314392177</c:v>
                </c:pt>
                <c:pt idx="18">
                  <c:v>55.067032967032965</c:v>
                </c:pt>
                <c:pt idx="19">
                  <c:v>53.321975794244814</c:v>
                </c:pt>
                <c:pt idx="20">
                  <c:v>50.580921757770632</c:v>
                </c:pt>
                <c:pt idx="21">
                  <c:v>48.96216500262743</c:v>
                </c:pt>
                <c:pt idx="22">
                  <c:v>48.591437632135303</c:v>
                </c:pt>
                <c:pt idx="23">
                  <c:v>47.756221719457017</c:v>
                </c:pt>
                <c:pt idx="24">
                  <c:v>46.017162471395878</c:v>
                </c:pt>
                <c:pt idx="25">
                  <c:v>43.395141298958848</c:v>
                </c:pt>
                <c:pt idx="26">
                  <c:v>41.972588832487311</c:v>
                </c:pt>
                <c:pt idx="27">
                  <c:v>40.997482376636455</c:v>
                </c:pt>
                <c:pt idx="28">
                  <c:v>40.797687861271676</c:v>
                </c:pt>
                <c:pt idx="29">
                  <c:v>40.299645390070921</c:v>
                </c:pt>
                <c:pt idx="30">
                  <c:v>39.770710059171599</c:v>
                </c:pt>
                <c:pt idx="31">
                  <c:v>39.61141906873614</c:v>
                </c:pt>
                <c:pt idx="32">
                  <c:v>39.107355864811133</c:v>
                </c:pt>
                <c:pt idx="33">
                  <c:v>39.107142857142854</c:v>
                </c:pt>
                <c:pt idx="34">
                  <c:v>38.347193347193347</c:v>
                </c:pt>
                <c:pt idx="35">
                  <c:v>38.195746737554373</c:v>
                </c:pt>
                <c:pt idx="36">
                  <c:v>37.484894259818731</c:v>
                </c:pt>
                <c:pt idx="37">
                  <c:v>36.622541966426859</c:v>
                </c:pt>
                <c:pt idx="38">
                  <c:v>35.429545454545455</c:v>
                </c:pt>
                <c:pt idx="39">
                  <c:v>34.37289058247142</c:v>
                </c:pt>
                <c:pt idx="40">
                  <c:v>34.323886639676111</c:v>
                </c:pt>
                <c:pt idx="41">
                  <c:v>28.795997776542524</c:v>
                </c:pt>
                <c:pt idx="42">
                  <c:v>28.71069492360769</c:v>
                </c:pt>
                <c:pt idx="43">
                  <c:v>28.318319838056681</c:v>
                </c:pt>
                <c:pt idx="44">
                  <c:v>28.212268743914315</c:v>
                </c:pt>
                <c:pt idx="45">
                  <c:v>25.369819819819821</c:v>
                </c:pt>
                <c:pt idx="46">
                  <c:v>23.787523452157597</c:v>
                </c:pt>
                <c:pt idx="47">
                  <c:v>23.562727272727273</c:v>
                </c:pt>
                <c:pt idx="48">
                  <c:v>22.760563380281692</c:v>
                </c:pt>
                <c:pt idx="49">
                  <c:v>22.524999999999999</c:v>
                </c:pt>
                <c:pt idx="50">
                  <c:v>22.180819180819181</c:v>
                </c:pt>
                <c:pt idx="51">
                  <c:v>21.317765567765569</c:v>
                </c:pt>
                <c:pt idx="52">
                  <c:v>21.167510354348828</c:v>
                </c:pt>
                <c:pt idx="53">
                  <c:v>20.955096542433768</c:v>
                </c:pt>
                <c:pt idx="54">
                  <c:v>20.781305903398927</c:v>
                </c:pt>
                <c:pt idx="55">
                  <c:v>20.604550379198265</c:v>
                </c:pt>
                <c:pt idx="56">
                  <c:v>19.726415094339622</c:v>
                </c:pt>
                <c:pt idx="57">
                  <c:v>19.519383697813122</c:v>
                </c:pt>
                <c:pt idx="58">
                  <c:v>19.420334507042252</c:v>
                </c:pt>
                <c:pt idx="59">
                  <c:v>18.834513274336285</c:v>
                </c:pt>
                <c:pt idx="60">
                  <c:v>18.61993927125506</c:v>
                </c:pt>
                <c:pt idx="61">
                  <c:v>18.162393162393162</c:v>
                </c:pt>
                <c:pt idx="62">
                  <c:v>16.811675126903552</c:v>
                </c:pt>
                <c:pt idx="63">
                  <c:v>16.485060690943044</c:v>
                </c:pt>
                <c:pt idx="64">
                  <c:v>16.335242061426339</c:v>
                </c:pt>
                <c:pt idx="65">
                  <c:v>15.577127659574469</c:v>
                </c:pt>
                <c:pt idx="66">
                  <c:v>14.98591321499014</c:v>
                </c:pt>
                <c:pt idx="67">
                  <c:v>14.708452041785375</c:v>
                </c:pt>
                <c:pt idx="68">
                  <c:v>14.439381270903009</c:v>
                </c:pt>
                <c:pt idx="69">
                  <c:v>13.556754221388367</c:v>
                </c:pt>
                <c:pt idx="70">
                  <c:v>12.740587931923672</c:v>
                </c:pt>
                <c:pt idx="71">
                  <c:v>12.552129221732747</c:v>
                </c:pt>
                <c:pt idx="72">
                  <c:v>10.786</c:v>
                </c:pt>
                <c:pt idx="73">
                  <c:v>9.5722326454033766</c:v>
                </c:pt>
                <c:pt idx="74">
                  <c:v>7.7773279352226723</c:v>
                </c:pt>
                <c:pt idx="75">
                  <c:v>7.705645161290323</c:v>
                </c:pt>
                <c:pt idx="76">
                  <c:v>7.0148270181219115</c:v>
                </c:pt>
                <c:pt idx="77">
                  <c:v>6.219442165709598</c:v>
                </c:pt>
              </c:numCache>
            </c:numRef>
          </c:xVal>
          <c:yVal>
            <c:numRef>
              <c:f>Дані!$K$2:$K$79</c:f>
            </c:numRef>
          </c:yVal>
          <c:smooth val="0"/>
          <c:extLst>
            <c:ext xmlns:c16="http://schemas.microsoft.com/office/drawing/2014/chart" uri="{C3380CC4-5D6E-409C-BE32-E72D297353CC}">
              <c16:uniqueId val="{00000000-1891-4558-B074-EC071274D368}"/>
            </c:ext>
          </c:extLst>
        </c:ser>
        <c:ser>
          <c:idx val="1"/>
          <c:order val="1"/>
          <c:tx>
            <c:strRef>
              <c:f>Дані!$L$1</c:f>
              <c:strCache>
                <c:ptCount val="1"/>
                <c:pt idx="0">
                  <c:v>Medium and high-tech exports (% manufactured exports) [19]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Дані!$J$2:$J$79</c:f>
              <c:numCache>
                <c:formatCode>#\ ##0.0</c:formatCode>
                <c:ptCount val="78"/>
                <c:pt idx="0">
                  <c:v>124.98344017094017</c:v>
                </c:pt>
                <c:pt idx="1">
                  <c:v>120.68429487179488</c:v>
                </c:pt>
                <c:pt idx="2">
                  <c:v>82.098443223443226</c:v>
                </c:pt>
                <c:pt idx="3">
                  <c:v>73.238805970149258</c:v>
                </c:pt>
                <c:pt idx="4">
                  <c:v>72.92177314211213</c:v>
                </c:pt>
                <c:pt idx="5">
                  <c:v>72.347315436241615</c:v>
                </c:pt>
                <c:pt idx="6">
                  <c:v>69.874735729386899</c:v>
                </c:pt>
                <c:pt idx="7">
                  <c:v>68.195527156549517</c:v>
                </c:pt>
                <c:pt idx="8">
                  <c:v>67.498901098901101</c:v>
                </c:pt>
                <c:pt idx="9">
                  <c:v>66.779963122311003</c:v>
                </c:pt>
                <c:pt idx="10">
                  <c:v>66.414027149321271</c:v>
                </c:pt>
                <c:pt idx="11">
                  <c:v>60.544808743169398</c:v>
                </c:pt>
                <c:pt idx="12">
                  <c:v>58.630261054874801</c:v>
                </c:pt>
                <c:pt idx="13">
                  <c:v>58.485698261357264</c:v>
                </c:pt>
                <c:pt idx="14">
                  <c:v>57.732083792723266</c:v>
                </c:pt>
                <c:pt idx="15">
                  <c:v>57.088459285295841</c:v>
                </c:pt>
                <c:pt idx="16">
                  <c:v>55.868327402135229</c:v>
                </c:pt>
                <c:pt idx="17">
                  <c:v>55.598975314392177</c:v>
                </c:pt>
                <c:pt idx="18">
                  <c:v>55.067032967032965</c:v>
                </c:pt>
                <c:pt idx="19">
                  <c:v>53.321975794244814</c:v>
                </c:pt>
                <c:pt idx="20">
                  <c:v>50.580921757770632</c:v>
                </c:pt>
                <c:pt idx="21">
                  <c:v>48.96216500262743</c:v>
                </c:pt>
                <c:pt idx="22">
                  <c:v>48.591437632135303</c:v>
                </c:pt>
                <c:pt idx="23">
                  <c:v>47.756221719457017</c:v>
                </c:pt>
                <c:pt idx="24">
                  <c:v>46.017162471395878</c:v>
                </c:pt>
                <c:pt idx="25">
                  <c:v>43.395141298958848</c:v>
                </c:pt>
                <c:pt idx="26">
                  <c:v>41.972588832487311</c:v>
                </c:pt>
                <c:pt idx="27">
                  <c:v>40.997482376636455</c:v>
                </c:pt>
                <c:pt idx="28">
                  <c:v>40.797687861271676</c:v>
                </c:pt>
                <c:pt idx="29">
                  <c:v>40.299645390070921</c:v>
                </c:pt>
                <c:pt idx="30">
                  <c:v>39.770710059171599</c:v>
                </c:pt>
                <c:pt idx="31">
                  <c:v>39.61141906873614</c:v>
                </c:pt>
                <c:pt idx="32">
                  <c:v>39.107355864811133</c:v>
                </c:pt>
                <c:pt idx="33">
                  <c:v>39.107142857142854</c:v>
                </c:pt>
                <c:pt idx="34">
                  <c:v>38.347193347193347</c:v>
                </c:pt>
                <c:pt idx="35">
                  <c:v>38.195746737554373</c:v>
                </c:pt>
                <c:pt idx="36">
                  <c:v>37.484894259818731</c:v>
                </c:pt>
                <c:pt idx="37">
                  <c:v>36.622541966426859</c:v>
                </c:pt>
                <c:pt idx="38">
                  <c:v>35.429545454545455</c:v>
                </c:pt>
                <c:pt idx="39">
                  <c:v>34.37289058247142</c:v>
                </c:pt>
                <c:pt idx="40">
                  <c:v>34.323886639676111</c:v>
                </c:pt>
                <c:pt idx="41">
                  <c:v>28.795997776542524</c:v>
                </c:pt>
                <c:pt idx="42">
                  <c:v>28.71069492360769</c:v>
                </c:pt>
                <c:pt idx="43">
                  <c:v>28.318319838056681</c:v>
                </c:pt>
                <c:pt idx="44">
                  <c:v>28.212268743914315</c:v>
                </c:pt>
                <c:pt idx="45">
                  <c:v>25.369819819819821</c:v>
                </c:pt>
                <c:pt idx="46">
                  <c:v>23.787523452157597</c:v>
                </c:pt>
                <c:pt idx="47">
                  <c:v>23.562727272727273</c:v>
                </c:pt>
                <c:pt idx="48">
                  <c:v>22.760563380281692</c:v>
                </c:pt>
                <c:pt idx="49">
                  <c:v>22.524999999999999</c:v>
                </c:pt>
                <c:pt idx="50">
                  <c:v>22.180819180819181</c:v>
                </c:pt>
                <c:pt idx="51">
                  <c:v>21.317765567765569</c:v>
                </c:pt>
                <c:pt idx="52">
                  <c:v>21.167510354348828</c:v>
                </c:pt>
                <c:pt idx="53">
                  <c:v>20.955096542433768</c:v>
                </c:pt>
                <c:pt idx="54">
                  <c:v>20.781305903398927</c:v>
                </c:pt>
                <c:pt idx="55">
                  <c:v>20.604550379198265</c:v>
                </c:pt>
                <c:pt idx="56">
                  <c:v>19.726415094339622</c:v>
                </c:pt>
                <c:pt idx="57">
                  <c:v>19.519383697813122</c:v>
                </c:pt>
                <c:pt idx="58">
                  <c:v>19.420334507042252</c:v>
                </c:pt>
                <c:pt idx="59">
                  <c:v>18.834513274336285</c:v>
                </c:pt>
                <c:pt idx="60">
                  <c:v>18.61993927125506</c:v>
                </c:pt>
                <c:pt idx="61">
                  <c:v>18.162393162393162</c:v>
                </c:pt>
                <c:pt idx="62">
                  <c:v>16.811675126903552</c:v>
                </c:pt>
                <c:pt idx="63">
                  <c:v>16.485060690943044</c:v>
                </c:pt>
                <c:pt idx="64">
                  <c:v>16.335242061426339</c:v>
                </c:pt>
                <c:pt idx="65">
                  <c:v>15.577127659574469</c:v>
                </c:pt>
                <c:pt idx="66">
                  <c:v>14.98591321499014</c:v>
                </c:pt>
                <c:pt idx="67">
                  <c:v>14.708452041785375</c:v>
                </c:pt>
                <c:pt idx="68">
                  <c:v>14.439381270903009</c:v>
                </c:pt>
                <c:pt idx="69">
                  <c:v>13.556754221388367</c:v>
                </c:pt>
                <c:pt idx="70">
                  <c:v>12.740587931923672</c:v>
                </c:pt>
                <c:pt idx="71">
                  <c:v>12.552129221732747</c:v>
                </c:pt>
                <c:pt idx="72">
                  <c:v>10.786</c:v>
                </c:pt>
                <c:pt idx="73">
                  <c:v>9.5722326454033766</c:v>
                </c:pt>
                <c:pt idx="74">
                  <c:v>7.7773279352226723</c:v>
                </c:pt>
                <c:pt idx="75">
                  <c:v>7.705645161290323</c:v>
                </c:pt>
                <c:pt idx="76">
                  <c:v>7.0148270181219115</c:v>
                </c:pt>
                <c:pt idx="77">
                  <c:v>6.219442165709598</c:v>
                </c:pt>
              </c:numCache>
            </c:numRef>
          </c:xVal>
          <c:yVal>
            <c:numRef>
              <c:f>Дані!$L$2:$L$79</c:f>
            </c:numRef>
          </c:yVal>
          <c:smooth val="0"/>
          <c:extLst>
            <c:ext xmlns:c16="http://schemas.microsoft.com/office/drawing/2014/chart" uri="{C3380CC4-5D6E-409C-BE32-E72D297353CC}">
              <c16:uniqueId val="{00000001-1891-4558-B074-EC071274D368}"/>
            </c:ext>
          </c:extLst>
        </c:ser>
        <c:ser>
          <c:idx val="2"/>
          <c:order val="2"/>
          <c:tx>
            <c:strRef>
              <c:f>Дані!$M$1</c:f>
              <c:strCache>
                <c:ptCount val="1"/>
                <c:pt idx="0">
                  <c:v>% Medium and high-tech exports in GDP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Дані!$J$2:$J$79</c:f>
              <c:numCache>
                <c:formatCode>#\ ##0.0</c:formatCode>
                <c:ptCount val="78"/>
                <c:pt idx="0">
                  <c:v>124.98344017094017</c:v>
                </c:pt>
                <c:pt idx="1">
                  <c:v>120.68429487179488</c:v>
                </c:pt>
                <c:pt idx="2">
                  <c:v>82.098443223443226</c:v>
                </c:pt>
                <c:pt idx="3">
                  <c:v>73.238805970149258</c:v>
                </c:pt>
                <c:pt idx="4">
                  <c:v>72.92177314211213</c:v>
                </c:pt>
                <c:pt idx="5">
                  <c:v>72.347315436241615</c:v>
                </c:pt>
                <c:pt idx="6">
                  <c:v>69.874735729386899</c:v>
                </c:pt>
                <c:pt idx="7">
                  <c:v>68.195527156549517</c:v>
                </c:pt>
                <c:pt idx="8">
                  <c:v>67.498901098901101</c:v>
                </c:pt>
                <c:pt idx="9">
                  <c:v>66.779963122311003</c:v>
                </c:pt>
                <c:pt idx="10">
                  <c:v>66.414027149321271</c:v>
                </c:pt>
                <c:pt idx="11">
                  <c:v>60.544808743169398</c:v>
                </c:pt>
                <c:pt idx="12">
                  <c:v>58.630261054874801</c:v>
                </c:pt>
                <c:pt idx="13">
                  <c:v>58.485698261357264</c:v>
                </c:pt>
                <c:pt idx="14">
                  <c:v>57.732083792723266</c:v>
                </c:pt>
                <c:pt idx="15">
                  <c:v>57.088459285295841</c:v>
                </c:pt>
                <c:pt idx="16">
                  <c:v>55.868327402135229</c:v>
                </c:pt>
                <c:pt idx="17">
                  <c:v>55.598975314392177</c:v>
                </c:pt>
                <c:pt idx="18">
                  <c:v>55.067032967032965</c:v>
                </c:pt>
                <c:pt idx="19">
                  <c:v>53.321975794244814</c:v>
                </c:pt>
                <c:pt idx="20">
                  <c:v>50.580921757770632</c:v>
                </c:pt>
                <c:pt idx="21">
                  <c:v>48.96216500262743</c:v>
                </c:pt>
                <c:pt idx="22">
                  <c:v>48.591437632135303</c:v>
                </c:pt>
                <c:pt idx="23">
                  <c:v>47.756221719457017</c:v>
                </c:pt>
                <c:pt idx="24">
                  <c:v>46.017162471395878</c:v>
                </c:pt>
                <c:pt idx="25">
                  <c:v>43.395141298958848</c:v>
                </c:pt>
                <c:pt idx="26">
                  <c:v>41.972588832487311</c:v>
                </c:pt>
                <c:pt idx="27">
                  <c:v>40.997482376636455</c:v>
                </c:pt>
                <c:pt idx="28">
                  <c:v>40.797687861271676</c:v>
                </c:pt>
                <c:pt idx="29">
                  <c:v>40.299645390070921</c:v>
                </c:pt>
                <c:pt idx="30">
                  <c:v>39.770710059171599</c:v>
                </c:pt>
                <c:pt idx="31">
                  <c:v>39.61141906873614</c:v>
                </c:pt>
                <c:pt idx="32">
                  <c:v>39.107355864811133</c:v>
                </c:pt>
                <c:pt idx="33">
                  <c:v>39.107142857142854</c:v>
                </c:pt>
                <c:pt idx="34">
                  <c:v>38.347193347193347</c:v>
                </c:pt>
                <c:pt idx="35">
                  <c:v>38.195746737554373</c:v>
                </c:pt>
                <c:pt idx="36">
                  <c:v>37.484894259818731</c:v>
                </c:pt>
                <c:pt idx="37">
                  <c:v>36.622541966426859</c:v>
                </c:pt>
                <c:pt idx="38">
                  <c:v>35.429545454545455</c:v>
                </c:pt>
                <c:pt idx="39">
                  <c:v>34.37289058247142</c:v>
                </c:pt>
                <c:pt idx="40">
                  <c:v>34.323886639676111</c:v>
                </c:pt>
                <c:pt idx="41">
                  <c:v>28.795997776542524</c:v>
                </c:pt>
                <c:pt idx="42">
                  <c:v>28.71069492360769</c:v>
                </c:pt>
                <c:pt idx="43">
                  <c:v>28.318319838056681</c:v>
                </c:pt>
                <c:pt idx="44">
                  <c:v>28.212268743914315</c:v>
                </c:pt>
                <c:pt idx="45">
                  <c:v>25.369819819819821</c:v>
                </c:pt>
                <c:pt idx="46">
                  <c:v>23.787523452157597</c:v>
                </c:pt>
                <c:pt idx="47">
                  <c:v>23.562727272727273</c:v>
                </c:pt>
                <c:pt idx="48">
                  <c:v>22.760563380281692</c:v>
                </c:pt>
                <c:pt idx="49">
                  <c:v>22.524999999999999</c:v>
                </c:pt>
                <c:pt idx="50">
                  <c:v>22.180819180819181</c:v>
                </c:pt>
                <c:pt idx="51">
                  <c:v>21.317765567765569</c:v>
                </c:pt>
                <c:pt idx="52">
                  <c:v>21.167510354348828</c:v>
                </c:pt>
                <c:pt idx="53">
                  <c:v>20.955096542433768</c:v>
                </c:pt>
                <c:pt idx="54">
                  <c:v>20.781305903398927</c:v>
                </c:pt>
                <c:pt idx="55">
                  <c:v>20.604550379198265</c:v>
                </c:pt>
                <c:pt idx="56">
                  <c:v>19.726415094339622</c:v>
                </c:pt>
                <c:pt idx="57">
                  <c:v>19.519383697813122</c:v>
                </c:pt>
                <c:pt idx="58">
                  <c:v>19.420334507042252</c:v>
                </c:pt>
                <c:pt idx="59">
                  <c:v>18.834513274336285</c:v>
                </c:pt>
                <c:pt idx="60">
                  <c:v>18.61993927125506</c:v>
                </c:pt>
                <c:pt idx="61">
                  <c:v>18.162393162393162</c:v>
                </c:pt>
                <c:pt idx="62">
                  <c:v>16.811675126903552</c:v>
                </c:pt>
                <c:pt idx="63">
                  <c:v>16.485060690943044</c:v>
                </c:pt>
                <c:pt idx="64">
                  <c:v>16.335242061426339</c:v>
                </c:pt>
                <c:pt idx="65">
                  <c:v>15.577127659574469</c:v>
                </c:pt>
                <c:pt idx="66">
                  <c:v>14.98591321499014</c:v>
                </c:pt>
                <c:pt idx="67">
                  <c:v>14.708452041785375</c:v>
                </c:pt>
                <c:pt idx="68">
                  <c:v>14.439381270903009</c:v>
                </c:pt>
                <c:pt idx="69">
                  <c:v>13.556754221388367</c:v>
                </c:pt>
                <c:pt idx="70">
                  <c:v>12.740587931923672</c:v>
                </c:pt>
                <c:pt idx="71">
                  <c:v>12.552129221732747</c:v>
                </c:pt>
                <c:pt idx="72">
                  <c:v>10.786</c:v>
                </c:pt>
                <c:pt idx="73">
                  <c:v>9.5722326454033766</c:v>
                </c:pt>
                <c:pt idx="74">
                  <c:v>7.7773279352226723</c:v>
                </c:pt>
                <c:pt idx="75">
                  <c:v>7.705645161290323</c:v>
                </c:pt>
                <c:pt idx="76">
                  <c:v>7.0148270181219115</c:v>
                </c:pt>
                <c:pt idx="77">
                  <c:v>6.219442165709598</c:v>
                </c:pt>
              </c:numCache>
            </c:numRef>
          </c:xVal>
          <c:yVal>
            <c:numRef>
              <c:f>Дані!$M$2:$M$79</c:f>
            </c:numRef>
          </c:yVal>
          <c:smooth val="0"/>
          <c:extLst>
            <c:ext xmlns:c16="http://schemas.microsoft.com/office/drawing/2014/chart" uri="{C3380CC4-5D6E-409C-BE32-E72D297353CC}">
              <c16:uniqueId val="{00000002-1891-4558-B074-EC071274D368}"/>
            </c:ext>
          </c:extLst>
        </c:ser>
        <c:ser>
          <c:idx val="3"/>
          <c:order val="3"/>
          <c:tx>
            <c:strRef>
              <c:f>Дані!$N$1</c:f>
              <c:strCache>
                <c:ptCount val="1"/>
                <c:pt idx="0">
                  <c:v>Persons employed in occupation with third-level education requirement as a % of total employed 25-64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tx2">
                  <a:lumMod val="40000"/>
                  <a:lumOff val="60000"/>
                </a:schemeClr>
              </a:solidFill>
              <a:ln w="9525">
                <a:noFill/>
              </a:ln>
              <a:effectLst/>
            </c:spPr>
          </c:marker>
          <c:trendline>
            <c:spPr>
              <a:ln w="38100" cap="rnd">
                <a:solidFill>
                  <a:srgbClr val="C00000"/>
                </a:solidFill>
                <a:prstDash val="sysDot"/>
              </a:ln>
              <a:effectLst/>
            </c:spPr>
            <c:trendlineType val="linear"/>
            <c:dispRSqr val="1"/>
            <c:dispEq val="0"/>
            <c:trendlineLbl>
              <c:layout>
                <c:manualLayout>
                  <c:x val="8.9474194211779309E-2"/>
                  <c:y val="-7.6222405143458183E-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RU"/>
                </a:p>
              </c:txPr>
            </c:trendlineLbl>
          </c:trendline>
          <c:xVal>
            <c:numRef>
              <c:f>Дані!$J$2:$J$79</c:f>
              <c:numCache>
                <c:formatCode>#\ ##0.0</c:formatCode>
                <c:ptCount val="78"/>
                <c:pt idx="0">
                  <c:v>124.98344017094017</c:v>
                </c:pt>
                <c:pt idx="1">
                  <c:v>120.68429487179488</c:v>
                </c:pt>
                <c:pt idx="2">
                  <c:v>82.098443223443226</c:v>
                </c:pt>
                <c:pt idx="3">
                  <c:v>73.238805970149258</c:v>
                </c:pt>
                <c:pt idx="4">
                  <c:v>72.92177314211213</c:v>
                </c:pt>
                <c:pt idx="5">
                  <c:v>72.347315436241615</c:v>
                </c:pt>
                <c:pt idx="6">
                  <c:v>69.874735729386899</c:v>
                </c:pt>
                <c:pt idx="7">
                  <c:v>68.195527156549517</c:v>
                </c:pt>
                <c:pt idx="8">
                  <c:v>67.498901098901101</c:v>
                </c:pt>
                <c:pt idx="9">
                  <c:v>66.779963122311003</c:v>
                </c:pt>
                <c:pt idx="10">
                  <c:v>66.414027149321271</c:v>
                </c:pt>
                <c:pt idx="11">
                  <c:v>60.544808743169398</c:v>
                </c:pt>
                <c:pt idx="12">
                  <c:v>58.630261054874801</c:v>
                </c:pt>
                <c:pt idx="13">
                  <c:v>58.485698261357264</c:v>
                </c:pt>
                <c:pt idx="14">
                  <c:v>57.732083792723266</c:v>
                </c:pt>
                <c:pt idx="15">
                  <c:v>57.088459285295841</c:v>
                </c:pt>
                <c:pt idx="16">
                  <c:v>55.868327402135229</c:v>
                </c:pt>
                <c:pt idx="17">
                  <c:v>55.598975314392177</c:v>
                </c:pt>
                <c:pt idx="18">
                  <c:v>55.067032967032965</c:v>
                </c:pt>
                <c:pt idx="19">
                  <c:v>53.321975794244814</c:v>
                </c:pt>
                <c:pt idx="20">
                  <c:v>50.580921757770632</c:v>
                </c:pt>
                <c:pt idx="21">
                  <c:v>48.96216500262743</c:v>
                </c:pt>
                <c:pt idx="22">
                  <c:v>48.591437632135303</c:v>
                </c:pt>
                <c:pt idx="23">
                  <c:v>47.756221719457017</c:v>
                </c:pt>
                <c:pt idx="24">
                  <c:v>46.017162471395878</c:v>
                </c:pt>
                <c:pt idx="25">
                  <c:v>43.395141298958848</c:v>
                </c:pt>
                <c:pt idx="26">
                  <c:v>41.972588832487311</c:v>
                </c:pt>
                <c:pt idx="27">
                  <c:v>40.997482376636455</c:v>
                </c:pt>
                <c:pt idx="28">
                  <c:v>40.797687861271676</c:v>
                </c:pt>
                <c:pt idx="29">
                  <c:v>40.299645390070921</c:v>
                </c:pt>
                <c:pt idx="30">
                  <c:v>39.770710059171599</c:v>
                </c:pt>
                <c:pt idx="31">
                  <c:v>39.61141906873614</c:v>
                </c:pt>
                <c:pt idx="32">
                  <c:v>39.107355864811133</c:v>
                </c:pt>
                <c:pt idx="33">
                  <c:v>39.107142857142854</c:v>
                </c:pt>
                <c:pt idx="34">
                  <c:v>38.347193347193347</c:v>
                </c:pt>
                <c:pt idx="35">
                  <c:v>38.195746737554373</c:v>
                </c:pt>
                <c:pt idx="36">
                  <c:v>37.484894259818731</c:v>
                </c:pt>
                <c:pt idx="37">
                  <c:v>36.622541966426859</c:v>
                </c:pt>
                <c:pt idx="38">
                  <c:v>35.429545454545455</c:v>
                </c:pt>
                <c:pt idx="39">
                  <c:v>34.37289058247142</c:v>
                </c:pt>
                <c:pt idx="40">
                  <c:v>34.323886639676111</c:v>
                </c:pt>
                <c:pt idx="41">
                  <c:v>28.795997776542524</c:v>
                </c:pt>
                <c:pt idx="42">
                  <c:v>28.71069492360769</c:v>
                </c:pt>
                <c:pt idx="43">
                  <c:v>28.318319838056681</c:v>
                </c:pt>
                <c:pt idx="44">
                  <c:v>28.212268743914315</c:v>
                </c:pt>
                <c:pt idx="45">
                  <c:v>25.369819819819821</c:v>
                </c:pt>
                <c:pt idx="46">
                  <c:v>23.787523452157597</c:v>
                </c:pt>
                <c:pt idx="47">
                  <c:v>23.562727272727273</c:v>
                </c:pt>
                <c:pt idx="48">
                  <c:v>22.760563380281692</c:v>
                </c:pt>
                <c:pt idx="49">
                  <c:v>22.524999999999999</c:v>
                </c:pt>
                <c:pt idx="50">
                  <c:v>22.180819180819181</c:v>
                </c:pt>
                <c:pt idx="51">
                  <c:v>21.317765567765569</c:v>
                </c:pt>
                <c:pt idx="52">
                  <c:v>21.167510354348828</c:v>
                </c:pt>
                <c:pt idx="53">
                  <c:v>20.955096542433768</c:v>
                </c:pt>
                <c:pt idx="54">
                  <c:v>20.781305903398927</c:v>
                </c:pt>
                <c:pt idx="55">
                  <c:v>20.604550379198265</c:v>
                </c:pt>
                <c:pt idx="56">
                  <c:v>19.726415094339622</c:v>
                </c:pt>
                <c:pt idx="57">
                  <c:v>19.519383697813122</c:v>
                </c:pt>
                <c:pt idx="58">
                  <c:v>19.420334507042252</c:v>
                </c:pt>
                <c:pt idx="59">
                  <c:v>18.834513274336285</c:v>
                </c:pt>
                <c:pt idx="60">
                  <c:v>18.61993927125506</c:v>
                </c:pt>
                <c:pt idx="61">
                  <c:v>18.162393162393162</c:v>
                </c:pt>
                <c:pt idx="62">
                  <c:v>16.811675126903552</c:v>
                </c:pt>
                <c:pt idx="63">
                  <c:v>16.485060690943044</c:v>
                </c:pt>
                <c:pt idx="64">
                  <c:v>16.335242061426339</c:v>
                </c:pt>
                <c:pt idx="65">
                  <c:v>15.577127659574469</c:v>
                </c:pt>
                <c:pt idx="66">
                  <c:v>14.98591321499014</c:v>
                </c:pt>
                <c:pt idx="67">
                  <c:v>14.708452041785375</c:v>
                </c:pt>
                <c:pt idx="68">
                  <c:v>14.439381270903009</c:v>
                </c:pt>
                <c:pt idx="69">
                  <c:v>13.556754221388367</c:v>
                </c:pt>
                <c:pt idx="70">
                  <c:v>12.740587931923672</c:v>
                </c:pt>
                <c:pt idx="71">
                  <c:v>12.552129221732747</c:v>
                </c:pt>
                <c:pt idx="72">
                  <c:v>10.786</c:v>
                </c:pt>
                <c:pt idx="73">
                  <c:v>9.5722326454033766</c:v>
                </c:pt>
                <c:pt idx="74">
                  <c:v>7.7773279352226723</c:v>
                </c:pt>
                <c:pt idx="75">
                  <c:v>7.705645161290323</c:v>
                </c:pt>
                <c:pt idx="76">
                  <c:v>7.0148270181219115</c:v>
                </c:pt>
                <c:pt idx="77">
                  <c:v>6.219442165709598</c:v>
                </c:pt>
              </c:numCache>
            </c:numRef>
          </c:xVal>
          <c:yVal>
            <c:numRef>
              <c:f>Дані!$N$2:$N$79</c:f>
              <c:numCache>
                <c:formatCode>#\ ##0.0</c:formatCode>
                <c:ptCount val="78"/>
                <c:pt idx="0">
                  <c:v>43.524400000000007</c:v>
                </c:pt>
                <c:pt idx="1">
                  <c:v>38.540999999999997</c:v>
                </c:pt>
                <c:pt idx="2">
                  <c:v>54.7196</c:v>
                </c:pt>
                <c:pt idx="3">
                  <c:v>32.119999999999997</c:v>
                </c:pt>
                <c:pt idx="4">
                  <c:v>20.5</c:v>
                </c:pt>
                <c:pt idx="5">
                  <c:v>41.385000000000005</c:v>
                </c:pt>
                <c:pt idx="6">
                  <c:v>34.277999999999999</c:v>
                </c:pt>
                <c:pt idx="7">
                  <c:v>22.222000000000001</c:v>
                </c:pt>
                <c:pt idx="8">
                  <c:v>40.049999999999997</c:v>
                </c:pt>
                <c:pt idx="9">
                  <c:v>39.389600000000009</c:v>
                </c:pt>
                <c:pt idx="10">
                  <c:v>33.39</c:v>
                </c:pt>
                <c:pt idx="11">
                  <c:v>33.282000000000004</c:v>
                </c:pt>
                <c:pt idx="12">
                  <c:v>15.756</c:v>
                </c:pt>
                <c:pt idx="13">
                  <c:v>29.411799999999999</c:v>
                </c:pt>
                <c:pt idx="14">
                  <c:v>29.799900000000001</c:v>
                </c:pt>
                <c:pt idx="15">
                  <c:v>34.790199999999999</c:v>
                </c:pt>
                <c:pt idx="16">
                  <c:v>49.449999999999996</c:v>
                </c:pt>
                <c:pt idx="17">
                  <c:v>46.75</c:v>
                </c:pt>
                <c:pt idx="18">
                  <c:v>32.868000000000002</c:v>
                </c:pt>
                <c:pt idx="19">
                  <c:v>38.79</c:v>
                </c:pt>
                <c:pt idx="20">
                  <c:v>36.840599999999995</c:v>
                </c:pt>
                <c:pt idx="21">
                  <c:v>34.155859999999997</c:v>
                </c:pt>
                <c:pt idx="22">
                  <c:v>24.992000000000001</c:v>
                </c:pt>
                <c:pt idx="23">
                  <c:v>22.769600000000001</c:v>
                </c:pt>
                <c:pt idx="24">
                  <c:v>31.861999999999998</c:v>
                </c:pt>
                <c:pt idx="25">
                  <c:v>28.213000000000005</c:v>
                </c:pt>
                <c:pt idx="26">
                  <c:v>28.917999999999999</c:v>
                </c:pt>
                <c:pt idx="27">
                  <c:v>29.773800000000001</c:v>
                </c:pt>
                <c:pt idx="28">
                  <c:v>33.957700000000003</c:v>
                </c:pt>
                <c:pt idx="29">
                  <c:v>14.274000000000001</c:v>
                </c:pt>
                <c:pt idx="30">
                  <c:v>28.523400000000002</c:v>
                </c:pt>
                <c:pt idx="31">
                  <c:v>23.855999999999998</c:v>
                </c:pt>
                <c:pt idx="32">
                  <c:v>37.214100000000009</c:v>
                </c:pt>
                <c:pt idx="33">
                  <c:v>24.364799999999999</c:v>
                </c:pt>
                <c:pt idx="34">
                  <c:v>33.215000000000003</c:v>
                </c:pt>
                <c:pt idx="35">
                  <c:v>17.404800000000002</c:v>
                </c:pt>
                <c:pt idx="36">
                  <c:v>25.895999999999997</c:v>
                </c:pt>
                <c:pt idx="37">
                  <c:v>30.419999999999998</c:v>
                </c:pt>
                <c:pt idx="38">
                  <c:v>9.4499999999999993</c:v>
                </c:pt>
                <c:pt idx="39">
                  <c:v>40.091000000000001</c:v>
                </c:pt>
                <c:pt idx="40">
                  <c:v>30.377600000000001</c:v>
                </c:pt>
                <c:pt idx="41">
                  <c:v>18.9984</c:v>
                </c:pt>
                <c:pt idx="42">
                  <c:v>16.8</c:v>
                </c:pt>
                <c:pt idx="43">
                  <c:v>30.78</c:v>
                </c:pt>
                <c:pt idx="44">
                  <c:v>26.3432</c:v>
                </c:pt>
                <c:pt idx="45">
                  <c:v>25.616599999999998</c:v>
                </c:pt>
                <c:pt idx="46">
                  <c:v>9.75</c:v>
                </c:pt>
                <c:pt idx="47">
                  <c:v>9.3239999999999998</c:v>
                </c:pt>
                <c:pt idx="48">
                  <c:v>23.2622</c:v>
                </c:pt>
                <c:pt idx="49">
                  <c:v>12.24</c:v>
                </c:pt>
                <c:pt idx="50">
                  <c:v>4.1999999999999993</c:v>
                </c:pt>
                <c:pt idx="51">
                  <c:v>6.4</c:v>
                </c:pt>
                <c:pt idx="52">
                  <c:v>12</c:v>
                </c:pt>
                <c:pt idx="53">
                  <c:v>8.0372500000000002</c:v>
                </c:pt>
                <c:pt idx="54">
                  <c:v>7.2</c:v>
                </c:pt>
                <c:pt idx="55">
                  <c:v>29.41</c:v>
                </c:pt>
                <c:pt idx="56">
                  <c:v>15.56343</c:v>
                </c:pt>
                <c:pt idx="57">
                  <c:v>15.399999999999999</c:v>
                </c:pt>
                <c:pt idx="58">
                  <c:v>6.75</c:v>
                </c:pt>
                <c:pt idx="59">
                  <c:v>3.75</c:v>
                </c:pt>
                <c:pt idx="60">
                  <c:v>21.969139999999999</c:v>
                </c:pt>
                <c:pt idx="61">
                  <c:v>20.770500000000002</c:v>
                </c:pt>
                <c:pt idx="62">
                  <c:v>16.559999999999999</c:v>
                </c:pt>
                <c:pt idx="63">
                  <c:v>10.67</c:v>
                </c:pt>
                <c:pt idx="64">
                  <c:v>13.114000000000003</c:v>
                </c:pt>
                <c:pt idx="65">
                  <c:v>13.299999999999999</c:v>
                </c:pt>
                <c:pt idx="66">
                  <c:v>21.176099999999998</c:v>
                </c:pt>
                <c:pt idx="67">
                  <c:v>3.7</c:v>
                </c:pt>
                <c:pt idx="68">
                  <c:v>8.8000000000000007</c:v>
                </c:pt>
                <c:pt idx="69">
                  <c:v>1</c:v>
                </c:pt>
                <c:pt idx="70">
                  <c:v>3.75</c:v>
                </c:pt>
                <c:pt idx="71">
                  <c:v>4.5</c:v>
                </c:pt>
                <c:pt idx="72">
                  <c:v>3.5</c:v>
                </c:pt>
                <c:pt idx="73">
                  <c:v>10.738</c:v>
                </c:pt>
                <c:pt idx="74">
                  <c:v>2.7</c:v>
                </c:pt>
                <c:pt idx="75">
                  <c:v>14.086293103448275</c:v>
                </c:pt>
                <c:pt idx="76">
                  <c:v>6.125</c:v>
                </c:pt>
                <c:pt idx="77">
                  <c:v>7.4971000000000005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1891-4558-B074-EC071274D3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90463440"/>
        <c:axId val="1690451792"/>
      </c:scatterChart>
      <c:valAx>
        <c:axId val="16904634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uk-UA" sz="1200">
                    <a:effectLst/>
                  </a:rPr>
                  <a:t>ВВП ПКС на одного працюючого на годину, $</a:t>
                </a:r>
                <a:endParaRPr lang="ru-RU" sz="1200"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ru-RU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1690451792"/>
        <c:crosses val="autoZero"/>
        <c:crossBetween val="midCat"/>
      </c:valAx>
      <c:valAx>
        <c:axId val="1690451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uk-UA" sz="120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Частка осіб, зайнятих в професіях з вимогою третього рівня освіти, як % від загальної кількості зайнятих 25-64</a:t>
                </a:r>
                <a:endParaRPr lang="ru-RU" sz="120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0"/>
              <c:y val="0.1466668425240814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16904634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2992723584592011"/>
          <c:y val="3.1749590765140959E-2"/>
          <c:w val="0.83465896800313111"/>
          <c:h val="0.84641609916013427"/>
        </c:manualLayout>
      </c:layout>
      <c:scatterChart>
        <c:scatterStyle val="lineMarker"/>
        <c:varyColors val="0"/>
        <c:ser>
          <c:idx val="0"/>
          <c:order val="0"/>
          <c:tx>
            <c:strRef>
              <c:f>'[Диаграмма в Microsoft Word]Дані'!$G$1</c:f>
              <c:strCache>
                <c:ptCount val="1"/>
                <c:pt idx="0">
                  <c:v>% of foreign trade turnover in GDP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2">
                  <a:lumMod val="75000"/>
                </a:schemeClr>
              </a:solidFill>
              <a:ln w="9525">
                <a:noFill/>
              </a:ln>
              <a:effectLst/>
            </c:spPr>
          </c:marker>
          <c:dPt>
            <c:idx val="66"/>
            <c:marker>
              <c:symbol val="circle"/>
              <c:size val="5"/>
              <c:spPr>
                <a:solidFill>
                  <a:srgbClr val="0070C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5C27-4511-8F15-682480581F4C}"/>
              </c:ext>
            </c:extLst>
          </c:dPt>
          <c:dLbls>
            <c:dLbl>
              <c:idx val="0"/>
              <c:layout>
                <c:manualLayout>
                  <c:x val="-1.7706949977866312E-2"/>
                  <c:y val="2.1579958845149353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Luxembourg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C27-4511-8F15-682480581F4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Ireland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5C27-4511-8F15-682480581F4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Singapore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C27-4511-8F15-682480581F4C}"/>
                </c:ext>
              </c:extLst>
            </c:dLbl>
            <c:dLbl>
              <c:idx val="17"/>
              <c:layout>
                <c:manualLayout>
                  <c:x val="-5.3120849933599584E-3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Hong</a:t>
                    </a:r>
                    <a:r>
                      <a:rPr lang="en-US" baseline="0"/>
                      <a:t> Kong</a:t>
                    </a:r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C27-4511-8F15-682480581F4C}"/>
                </c:ext>
              </c:extLst>
            </c:dLbl>
            <c:dLbl>
              <c:idx val="66"/>
              <c:layout>
                <c:manualLayout>
                  <c:x val="-6.9057104913678641E-2"/>
                  <c:y val="1.541425631796371E-2"/>
                </c:manualLayout>
              </c:layout>
              <c:tx>
                <c:rich>
                  <a:bodyPr/>
                  <a:lstStyle/>
                  <a:p>
                    <a:r>
                      <a: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Ukraine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5C27-4511-8F15-682480581F4C}"/>
                </c:ext>
              </c:extLst>
            </c:dLbl>
            <c:dLbl>
              <c:idx val="73"/>
              <c:tx>
                <c:rich>
                  <a:bodyPr/>
                  <a:lstStyle/>
                  <a:p>
                    <a:r>
                      <a:rPr lang="en-US"/>
                      <a:t>Viet Nam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C27-4511-8F15-682480581F4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28575" cap="rnd">
                <a:solidFill>
                  <a:srgbClr val="C00000"/>
                </a:solidFill>
                <a:prstDash val="sysDot"/>
              </a:ln>
              <a:effectLst/>
            </c:spPr>
            <c:trendlineType val="poly"/>
            <c:order val="4"/>
            <c:dispRSqr val="1"/>
            <c:dispEq val="0"/>
            <c:trendlineLbl>
              <c:layout>
                <c:manualLayout>
                  <c:x val="-0.58778033558205012"/>
                  <c:y val="-9.8648389219354288E-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RU"/>
                </a:p>
              </c:txPr>
            </c:trendlineLbl>
          </c:trendline>
          <c:xVal>
            <c:numRef>
              <c:f>'[Диаграмма в Microsoft Word]Дані'!$J$2:$J$79</c:f>
              <c:numCache>
                <c:formatCode>#\ ##0.0</c:formatCode>
                <c:ptCount val="78"/>
                <c:pt idx="0">
                  <c:v>124.98344017094017</c:v>
                </c:pt>
                <c:pt idx="1">
                  <c:v>120.68429487179488</c:v>
                </c:pt>
                <c:pt idx="2">
                  <c:v>82.098443223443226</c:v>
                </c:pt>
                <c:pt idx="3">
                  <c:v>73.238805970149258</c:v>
                </c:pt>
                <c:pt idx="4">
                  <c:v>72.92177314211213</c:v>
                </c:pt>
                <c:pt idx="5">
                  <c:v>72.347315436241615</c:v>
                </c:pt>
                <c:pt idx="6">
                  <c:v>69.874735729386899</c:v>
                </c:pt>
                <c:pt idx="7">
                  <c:v>68.195527156549517</c:v>
                </c:pt>
                <c:pt idx="8">
                  <c:v>67.498901098901101</c:v>
                </c:pt>
                <c:pt idx="9">
                  <c:v>66.779963122311003</c:v>
                </c:pt>
                <c:pt idx="10">
                  <c:v>66.414027149321271</c:v>
                </c:pt>
                <c:pt idx="11">
                  <c:v>60.544808743169398</c:v>
                </c:pt>
                <c:pt idx="12">
                  <c:v>58.630261054874801</c:v>
                </c:pt>
                <c:pt idx="13">
                  <c:v>58.485698261357264</c:v>
                </c:pt>
                <c:pt idx="14">
                  <c:v>57.732083792723266</c:v>
                </c:pt>
                <c:pt idx="15">
                  <c:v>57.088459285295841</c:v>
                </c:pt>
                <c:pt idx="16">
                  <c:v>55.868327402135229</c:v>
                </c:pt>
                <c:pt idx="17">
                  <c:v>55.598975314392177</c:v>
                </c:pt>
                <c:pt idx="18">
                  <c:v>55.067032967032965</c:v>
                </c:pt>
                <c:pt idx="19">
                  <c:v>53.321975794244814</c:v>
                </c:pt>
                <c:pt idx="20">
                  <c:v>50.580921757770632</c:v>
                </c:pt>
                <c:pt idx="21">
                  <c:v>48.96216500262743</c:v>
                </c:pt>
                <c:pt idx="22">
                  <c:v>48.591437632135303</c:v>
                </c:pt>
                <c:pt idx="23">
                  <c:v>47.756221719457017</c:v>
                </c:pt>
                <c:pt idx="24">
                  <c:v>46.017162471395878</c:v>
                </c:pt>
                <c:pt idx="25">
                  <c:v>43.395141298958848</c:v>
                </c:pt>
                <c:pt idx="26">
                  <c:v>41.972588832487311</c:v>
                </c:pt>
                <c:pt idx="27">
                  <c:v>40.997482376636455</c:v>
                </c:pt>
                <c:pt idx="28">
                  <c:v>40.797687861271676</c:v>
                </c:pt>
                <c:pt idx="29">
                  <c:v>40.299645390070921</c:v>
                </c:pt>
                <c:pt idx="30">
                  <c:v>39.770710059171599</c:v>
                </c:pt>
                <c:pt idx="31">
                  <c:v>39.61141906873614</c:v>
                </c:pt>
                <c:pt idx="32">
                  <c:v>39.107355864811133</c:v>
                </c:pt>
                <c:pt idx="33">
                  <c:v>39.107142857142854</c:v>
                </c:pt>
                <c:pt idx="34">
                  <c:v>38.347193347193347</c:v>
                </c:pt>
                <c:pt idx="35">
                  <c:v>38.195746737554373</c:v>
                </c:pt>
                <c:pt idx="36">
                  <c:v>37.484894259818731</c:v>
                </c:pt>
                <c:pt idx="37">
                  <c:v>36.622541966426859</c:v>
                </c:pt>
                <c:pt idx="38">
                  <c:v>35.429545454545455</c:v>
                </c:pt>
                <c:pt idx="39">
                  <c:v>34.37289058247142</c:v>
                </c:pt>
                <c:pt idx="40">
                  <c:v>34.323886639676111</c:v>
                </c:pt>
                <c:pt idx="41">
                  <c:v>28.795997776542524</c:v>
                </c:pt>
                <c:pt idx="42">
                  <c:v>28.71069492360769</c:v>
                </c:pt>
                <c:pt idx="43">
                  <c:v>28.318319838056681</c:v>
                </c:pt>
                <c:pt idx="44">
                  <c:v>28.212268743914315</c:v>
                </c:pt>
                <c:pt idx="45">
                  <c:v>25.369819819819821</c:v>
                </c:pt>
                <c:pt idx="46">
                  <c:v>23.787523452157597</c:v>
                </c:pt>
                <c:pt idx="47">
                  <c:v>23.562727272727273</c:v>
                </c:pt>
                <c:pt idx="48">
                  <c:v>22.760563380281692</c:v>
                </c:pt>
                <c:pt idx="49">
                  <c:v>22.524999999999999</c:v>
                </c:pt>
                <c:pt idx="50">
                  <c:v>22.180819180819181</c:v>
                </c:pt>
                <c:pt idx="51">
                  <c:v>21.317765567765569</c:v>
                </c:pt>
                <c:pt idx="52">
                  <c:v>21.167510354348828</c:v>
                </c:pt>
                <c:pt idx="53">
                  <c:v>20.955096542433768</c:v>
                </c:pt>
                <c:pt idx="54">
                  <c:v>20.781305903398927</c:v>
                </c:pt>
                <c:pt idx="55">
                  <c:v>20.604550379198265</c:v>
                </c:pt>
                <c:pt idx="56">
                  <c:v>19.726415094339622</c:v>
                </c:pt>
                <c:pt idx="57">
                  <c:v>19.519383697813122</c:v>
                </c:pt>
                <c:pt idx="58">
                  <c:v>19.420334507042252</c:v>
                </c:pt>
                <c:pt idx="59">
                  <c:v>18.834513274336285</c:v>
                </c:pt>
                <c:pt idx="60">
                  <c:v>18.61993927125506</c:v>
                </c:pt>
                <c:pt idx="61">
                  <c:v>18.162393162393162</c:v>
                </c:pt>
                <c:pt idx="62">
                  <c:v>16.811675126903552</c:v>
                </c:pt>
                <c:pt idx="63">
                  <c:v>16.485060690943044</c:v>
                </c:pt>
                <c:pt idx="64">
                  <c:v>16.335242061426339</c:v>
                </c:pt>
                <c:pt idx="65">
                  <c:v>15.577127659574469</c:v>
                </c:pt>
                <c:pt idx="66">
                  <c:v>14.98591321499014</c:v>
                </c:pt>
                <c:pt idx="67">
                  <c:v>14.708452041785375</c:v>
                </c:pt>
                <c:pt idx="68">
                  <c:v>14.439381270903009</c:v>
                </c:pt>
                <c:pt idx="69">
                  <c:v>13.556754221388367</c:v>
                </c:pt>
                <c:pt idx="70">
                  <c:v>12.740587931923672</c:v>
                </c:pt>
                <c:pt idx="71">
                  <c:v>12.552129221732747</c:v>
                </c:pt>
                <c:pt idx="72">
                  <c:v>10.786</c:v>
                </c:pt>
                <c:pt idx="73">
                  <c:v>9.5722326454033766</c:v>
                </c:pt>
                <c:pt idx="74">
                  <c:v>7.7773279352226723</c:v>
                </c:pt>
                <c:pt idx="75">
                  <c:v>7.705645161290323</c:v>
                </c:pt>
                <c:pt idx="76">
                  <c:v>7.0148270181219115</c:v>
                </c:pt>
                <c:pt idx="77">
                  <c:v>6.219442165709598</c:v>
                </c:pt>
              </c:numCache>
            </c:numRef>
          </c:xVal>
          <c:yVal>
            <c:numRef>
              <c:f>'[Диаграмма в Microsoft Word]Дані'!$G$2:$G$79</c:f>
              <c:numCache>
                <c:formatCode>0.00</c:formatCode>
                <c:ptCount val="78"/>
                <c:pt idx="0">
                  <c:v>375.32279620827944</c:v>
                </c:pt>
                <c:pt idx="1">
                  <c:v>248.02947443324217</c:v>
                </c:pt>
                <c:pt idx="2">
                  <c:v>340.95580720976164</c:v>
                </c:pt>
                <c:pt idx="3">
                  <c:v>71.016367198329135</c:v>
                </c:pt>
                <c:pt idx="4">
                  <c:v>119.90114822462476</c:v>
                </c:pt>
                <c:pt idx="5">
                  <c:v>123.30842668015345</c:v>
                </c:pt>
                <c:pt idx="6">
                  <c:v>28.488539981109085</c:v>
                </c:pt>
                <c:pt idx="7">
                  <c:v>65.56983519993625</c:v>
                </c:pt>
                <c:pt idx="8">
                  <c:v>178.75183322938503</c:v>
                </c:pt>
                <c:pt idx="9">
                  <c:v>163.92737621648291</c:v>
                </c:pt>
                <c:pt idx="10">
                  <c:v>116.62067229294667</c:v>
                </c:pt>
                <c:pt idx="11">
                  <c:v>95.601606014336056</c:v>
                </c:pt>
                <c:pt idx="12">
                  <c:v>65.791197832617897</c:v>
                </c:pt>
                <c:pt idx="13">
                  <c:v>95.826414103595837</c:v>
                </c:pt>
                <c:pt idx="14">
                  <c:v>81.55219545238181</c:v>
                </c:pt>
                <c:pt idx="15">
                  <c:v>38.570335674336079</c:v>
                </c:pt>
                <c:pt idx="16">
                  <c:v>64.310707864249565</c:v>
                </c:pt>
                <c:pt idx="17">
                  <c:v>373.75722014301022</c:v>
                </c:pt>
                <c:pt idx="18">
                  <c:v>66.426164051909183</c:v>
                </c:pt>
                <c:pt idx="19">
                  <c:v>129.17473792160436</c:v>
                </c:pt>
                <c:pt idx="20">
                  <c:v>60.757476950170421</c:v>
                </c:pt>
                <c:pt idx="21">
                  <c:v>92.269184530442246</c:v>
                </c:pt>
                <c:pt idx="22">
                  <c:v>69.996764521665995</c:v>
                </c:pt>
                <c:pt idx="23">
                  <c:v>171.33504001392757</c:v>
                </c:pt>
                <c:pt idx="24">
                  <c:v>48.728493045452396</c:v>
                </c:pt>
                <c:pt idx="25">
                  <c:v>176.80836081464798</c:v>
                </c:pt>
                <c:pt idx="26">
                  <c:v>83.100846972105771</c:v>
                </c:pt>
                <c:pt idx="27">
                  <c:v>121.31095426880432</c:v>
                </c:pt>
                <c:pt idx="28">
                  <c:v>39.722321121491575</c:v>
                </c:pt>
                <c:pt idx="29">
                  <c:v>49.429279505767596</c:v>
                </c:pt>
                <c:pt idx="30">
                  <c:v>81.895482720266031</c:v>
                </c:pt>
                <c:pt idx="31">
                  <c:v>192.14599796025641</c:v>
                </c:pt>
                <c:pt idx="32">
                  <c:v>192.37909832359756</c:v>
                </c:pt>
                <c:pt idx="33">
                  <c:v>193.63758027446551</c:v>
                </c:pt>
                <c:pt idx="34">
                  <c:v>181.30681964872181</c:v>
                </c:pt>
                <c:pt idx="35">
                  <c:v>108.46963915907595</c:v>
                </c:pt>
                <c:pt idx="36">
                  <c:v>93.742299430607517</c:v>
                </c:pt>
                <c:pt idx="37">
                  <c:v>111.53371491689717</c:v>
                </c:pt>
                <c:pt idx="38">
                  <c:v>175.49778160183692</c:v>
                </c:pt>
                <c:pt idx="39">
                  <c:v>195.03046765574265</c:v>
                </c:pt>
                <c:pt idx="40">
                  <c:v>153.59232513687181</c:v>
                </c:pt>
                <c:pt idx="41">
                  <c:v>25.113158106448434</c:v>
                </c:pt>
                <c:pt idx="42">
                  <c:v>59.518868120797521</c:v>
                </c:pt>
                <c:pt idx="43">
                  <c:v>52.427401626387216</c:v>
                </c:pt>
                <c:pt idx="44">
                  <c:v>150.20765797615539</c:v>
                </c:pt>
                <c:pt idx="45">
                  <c:v>127.98999284597785</c:v>
                </c:pt>
                <c:pt idx="46">
                  <c:v>68.129158095843763</c:v>
                </c:pt>
                <c:pt idx="47">
                  <c:v>48.736962370825829</c:v>
                </c:pt>
                <c:pt idx="48">
                  <c:v>147.76607916818361</c:v>
                </c:pt>
                <c:pt idx="49">
                  <c:v>166.32820669032316</c:v>
                </c:pt>
                <c:pt idx="50">
                  <c:v>53.108141502226694</c:v>
                </c:pt>
                <c:pt idx="51">
                  <c:v>56.637228974728707</c:v>
                </c:pt>
                <c:pt idx="52">
                  <c:v>102.59691631612033</c:v>
                </c:pt>
                <c:pt idx="53">
                  <c:v>75.687706783636173</c:v>
                </c:pt>
                <c:pt idx="54">
                  <c:v>43.372568947536159</c:v>
                </c:pt>
                <c:pt idx="55">
                  <c:v>126.42938635287189</c:v>
                </c:pt>
                <c:pt idx="56">
                  <c:v>82.881953197075603</c:v>
                </c:pt>
                <c:pt idx="57">
                  <c:v>128.72904748022651</c:v>
                </c:pt>
                <c:pt idx="58">
                  <c:v>41.515935647095873</c:v>
                </c:pt>
                <c:pt idx="59">
                  <c:v>57.28772872684457</c:v>
                </c:pt>
                <c:pt idx="60">
                  <c:v>103.05617510781701</c:v>
                </c:pt>
                <c:pt idx="61">
                  <c:v>107.95797870099042</c:v>
                </c:pt>
                <c:pt idx="62">
                  <c:v>28.545804813045162</c:v>
                </c:pt>
                <c:pt idx="63">
                  <c:v>85.680112451146456</c:v>
                </c:pt>
                <c:pt idx="64">
                  <c:v>80.31782356948348</c:v>
                </c:pt>
                <c:pt idx="65">
                  <c:v>39.936898557030766</c:v>
                </c:pt>
                <c:pt idx="66">
                  <c:v>114.91775763546799</c:v>
                </c:pt>
                <c:pt idx="67">
                  <c:v>120.35771218294443</c:v>
                </c:pt>
                <c:pt idx="68">
                  <c:v>39.100934122430282</c:v>
                </c:pt>
                <c:pt idx="69">
                  <c:v>67.552070949286545</c:v>
                </c:pt>
                <c:pt idx="70">
                  <c:v>49.97478846405258</c:v>
                </c:pt>
                <c:pt idx="71">
                  <c:v>43.811836427359005</c:v>
                </c:pt>
                <c:pt idx="72">
                  <c:v>42.201543626412985</c:v>
                </c:pt>
                <c:pt idx="73">
                  <c:v>184.51699954891637</c:v>
                </c:pt>
                <c:pt idx="74">
                  <c:v>27.085796389567946</c:v>
                </c:pt>
                <c:pt idx="75">
                  <c:v>47.875807205451252</c:v>
                </c:pt>
                <c:pt idx="76">
                  <c:v>37.512558783093084</c:v>
                </c:pt>
                <c:pt idx="77">
                  <c:v>41.069599602632792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5C27-4511-8F15-682480581F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90463440"/>
        <c:axId val="1690451792"/>
      </c:scatterChart>
      <c:valAx>
        <c:axId val="16904634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ru-RU" sz="1200" b="0" i="0" baseline="0">
                    <a:effectLst/>
                  </a:rPr>
                  <a:t>ВВП ПКС на одного працюючого на годину, </a:t>
                </a:r>
                <a:r>
                  <a:rPr lang="en-US" sz="1200" b="0" i="0" baseline="0">
                    <a:effectLst/>
                  </a:rPr>
                  <a:t>$</a:t>
                </a:r>
                <a:endParaRPr lang="ru-RU" sz="1000">
                  <a:effectLst/>
                </a:endParaRPr>
              </a:p>
            </c:rich>
          </c:tx>
          <c:layout>
            <c:manualLayout>
              <c:xMode val="edge"/>
              <c:yMode val="edge"/>
              <c:x val="0.32014597776871512"/>
              <c:y val="0.9395761152335817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ru-RU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1690451792"/>
        <c:crosses val="autoZero"/>
        <c:crossBetween val="midCat"/>
      </c:valAx>
      <c:valAx>
        <c:axId val="1690451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uk-UA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Чатска зовнішньої</a:t>
                </a:r>
                <a:r>
                  <a:rPr lang="uk-UA" sz="1200" baseline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торгівлі (Експорт+Імпорт) у ВВП</a:t>
                </a:r>
                <a:endParaRPr lang="ru-RU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8.7387283760844633E-3"/>
              <c:y val="0.1728401774654253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16904634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Зв'язок</a:t>
            </a:r>
            <a:r>
              <a:rPr lang="ru-RU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рівня економічного розвитку з конкурентоспроможністю</a:t>
            </a:r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gradFill flip="none" rotWithShape="1">
                <a:gsLst>
                  <a:gs pos="0">
                    <a:schemeClr val="bg2">
                      <a:lumMod val="75000"/>
                      <a:shade val="30000"/>
                      <a:satMod val="115000"/>
                    </a:schemeClr>
                  </a:gs>
                  <a:gs pos="50000">
                    <a:schemeClr val="bg2">
                      <a:lumMod val="75000"/>
                      <a:shade val="67500"/>
                      <a:satMod val="115000"/>
                    </a:schemeClr>
                  </a:gs>
                  <a:gs pos="100000">
                    <a:schemeClr val="bg2">
                      <a:lumMod val="7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128"/>
            <c:marker>
              <c:symbol val="circle"/>
              <c:size val="5"/>
              <c:spPr>
                <a:solidFill>
                  <a:srgbClr val="FFFF00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7A34-4A89-AA69-15D3292C9932}"/>
              </c:ext>
            </c:extLst>
          </c:dPt>
          <c:dLbls>
            <c:dLbl>
              <c:idx val="128"/>
              <c:layout>
                <c:manualLayout>
                  <c:x val="-7.0175438596491654E-3"/>
                  <c:y val="4.6049181316756067E-2"/>
                </c:manualLayout>
              </c:layout>
              <c:tx>
                <c:rich>
                  <a:bodyPr/>
                  <a:lstStyle/>
                  <a:p>
                    <a:r>
                      <a: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Ukraine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A34-4A89-AA69-15D3292C993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28575" cap="rnd">
                <a:solidFill>
                  <a:srgbClr val="C00000"/>
                </a:solidFill>
                <a:prstDash val="sysDot"/>
              </a:ln>
              <a:effectLst/>
            </c:spPr>
            <c:trendlineType val="log"/>
            <c:dispRSqr val="1"/>
            <c:dispEq val="0"/>
            <c:trendlineLbl>
              <c:layout>
                <c:manualLayout>
                  <c:x val="6.1335359395864902E-2"/>
                  <c:y val="-4.7078612907681117E-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ru-RU"/>
                </a:p>
              </c:txPr>
            </c:trendlineLbl>
          </c:trendline>
          <c:xVal>
            <c:numRef>
              <c:f>Лист1!$B$1:$B$224</c:f>
              <c:numCache>
                <c:formatCode>0</c:formatCode>
                <c:ptCount val="224"/>
                <c:pt idx="0">
                  <c:v>36369.194298420996</c:v>
                </c:pt>
                <c:pt idx="1">
                  <c:v>60433.780765074946</c:v>
                </c:pt>
                <c:pt idx="2">
                  <c:v>22790.739693607076</c:v>
                </c:pt>
                <c:pt idx="3">
                  <c:v>64083.04049083883</c:v>
                </c:pt>
                <c:pt idx="4">
                  <c:v>38861.860044558358</c:v>
                </c:pt>
                <c:pt idx="5">
                  <c:v>112860.88041527077</c:v>
                </c:pt>
                <c:pt idx="6">
                  <c:v>129268.42952776879</c:v>
                </c:pt>
                <c:pt idx="7">
                  <c:v>41429.133069470045</c:v>
                </c:pt>
                <c:pt idx="8">
                  <c:v>96403.53824407162</c:v>
                </c:pt>
                <c:pt idx="9">
                  <c:v>17334.479750723149</c:v>
                </c:pt>
                <c:pt idx="10">
                  <c:v>34981.132242773841</c:v>
                </c:pt>
                <c:pt idx="11">
                  <c:v>144161.39336810843</c:v>
                </c:pt>
                <c:pt idx="12">
                  <c:v>9843.0643896281854</c:v>
                </c:pt>
                <c:pt idx="13">
                  <c:v>20811.213488224443</c:v>
                </c:pt>
                <c:pt idx="14">
                  <c:v>51313.500031468211</c:v>
                </c:pt>
                <c:pt idx="15">
                  <c:v>49797.455502586308</c:v>
                </c:pt>
                <c:pt idx="16">
                  <c:v>40086.347118631209</c:v>
                </c:pt>
                <c:pt idx="17">
                  <c:v>171335.94892811429</c:v>
                </c:pt>
                <c:pt idx="18">
                  <c:v>63293.75842810185</c:v>
                </c:pt>
                <c:pt idx="19">
                  <c:v>6905.0428547339125</c:v>
                </c:pt>
                <c:pt idx="20">
                  <c:v>2094.237153324636</c:v>
                </c:pt>
                <c:pt idx="21">
                  <c:v>20655.299372011919</c:v>
                </c:pt>
                <c:pt idx="22">
                  <c:v>8812.0327066888767</c:v>
                </c:pt>
                <c:pt idx="23">
                  <c:v>12073.81090110791</c:v>
                </c:pt>
                <c:pt idx="24">
                  <c:v>108887.00329085793</c:v>
                </c:pt>
                <c:pt idx="25">
                  <c:v>5989.1823417548612</c:v>
                </c:pt>
                <c:pt idx="26">
                  <c:v>64702.029308019948</c:v>
                </c:pt>
                <c:pt idx="27">
                  <c:v>36458.075113452469</c:v>
                </c:pt>
                <c:pt idx="28">
                  <c:v>39584.917443152313</c:v>
                </c:pt>
                <c:pt idx="29">
                  <c:v>4079.5093095649372</c:v>
                </c:pt>
                <c:pt idx="30">
                  <c:v>54895.393734322904</c:v>
                </c:pt>
                <c:pt idx="31">
                  <c:v>17675.112837216981</c:v>
                </c:pt>
                <c:pt idx="32">
                  <c:v>86708.973557493184</c:v>
                </c:pt>
                <c:pt idx="33">
                  <c:v>68794.72006240816</c:v>
                </c:pt>
                <c:pt idx="34">
                  <c:v>96439.578429259243</c:v>
                </c:pt>
                <c:pt idx="35">
                  <c:v>137750.86319304365</c:v>
                </c:pt>
                <c:pt idx="36">
                  <c:v>49540.772932545333</c:v>
                </c:pt>
                <c:pt idx="37">
                  <c:v>29899.819307029356</c:v>
                </c:pt>
                <c:pt idx="38">
                  <c:v>58754.768594527457</c:v>
                </c:pt>
                <c:pt idx="39">
                  <c:v>24942.705053264744</c:v>
                </c:pt>
                <c:pt idx="40">
                  <c:v>83374.065781419544</c:v>
                </c:pt>
                <c:pt idx="41">
                  <c:v>38754.421085405025</c:v>
                </c:pt>
                <c:pt idx="42">
                  <c:v>5456.7861558174836</c:v>
                </c:pt>
                <c:pt idx="43">
                  <c:v>123081.72381717563</c:v>
                </c:pt>
                <c:pt idx="44">
                  <c:v>127913.55957542476</c:v>
                </c:pt>
                <c:pt idx="45">
                  <c:v>82796.075714140301</c:v>
                </c:pt>
                <c:pt idx="46">
                  <c:v>8226.1733226461038</c:v>
                </c:pt>
                <c:pt idx="47">
                  <c:v>41936.478545714977</c:v>
                </c:pt>
                <c:pt idx="48">
                  <c:v>121141.04554177017</c:v>
                </c:pt>
                <c:pt idx="49">
                  <c:v>15438.239085730271</c:v>
                </c:pt>
                <c:pt idx="50">
                  <c:v>89937.925509621738</c:v>
                </c:pt>
                <c:pt idx="51">
                  <c:v>30676.676683188518</c:v>
                </c:pt>
                <c:pt idx="52">
                  <c:v>12624.674894264474</c:v>
                </c:pt>
                <c:pt idx="53">
                  <c:v>8534.0804807080767</c:v>
                </c:pt>
                <c:pt idx="54">
                  <c:v>15215.378984500992</c:v>
                </c:pt>
                <c:pt idx="55">
                  <c:v>128619.8588056384</c:v>
                </c:pt>
                <c:pt idx="56">
                  <c:v>78615.928119090633</c:v>
                </c:pt>
                <c:pt idx="57">
                  <c:v>109816.26351471704</c:v>
                </c:pt>
                <c:pt idx="58">
                  <c:v>22375.724545027781</c:v>
                </c:pt>
                <c:pt idx="59">
                  <c:v>26781.803061766826</c:v>
                </c:pt>
                <c:pt idx="60">
                  <c:v>51642.410552979643</c:v>
                </c:pt>
                <c:pt idx="61">
                  <c:v>215828.43310427183</c:v>
                </c:pt>
                <c:pt idx="62">
                  <c:v>101702.81203679698</c:v>
                </c:pt>
                <c:pt idx="63">
                  <c:v>127753.67402678591</c:v>
                </c:pt>
                <c:pt idx="64">
                  <c:v>20048.757117105561</c:v>
                </c:pt>
                <c:pt idx="65">
                  <c:v>84508.800863116747</c:v>
                </c:pt>
                <c:pt idx="66">
                  <c:v>42990.701734857445</c:v>
                </c:pt>
                <c:pt idx="67">
                  <c:v>72387.88962023193</c:v>
                </c:pt>
                <c:pt idx="68">
                  <c:v>12268.291751308721</c:v>
                </c:pt>
                <c:pt idx="69">
                  <c:v>88305.885517345829</c:v>
                </c:pt>
                <c:pt idx="70">
                  <c:v>90541.081049713539</c:v>
                </c:pt>
                <c:pt idx="71">
                  <c:v>14747.410874020936</c:v>
                </c:pt>
                <c:pt idx="72">
                  <c:v>20397.09099459858</c:v>
                </c:pt>
                <c:pt idx="73">
                  <c:v>74494.19273541178</c:v>
                </c:pt>
                <c:pt idx="74">
                  <c:v>45794.364817333786</c:v>
                </c:pt>
                <c:pt idx="75">
                  <c:v>7491.844386848159</c:v>
                </c:pt>
                <c:pt idx="76">
                  <c:v>90054.342774040226</c:v>
                </c:pt>
                <c:pt idx="77">
                  <c:v>277178.89486058085</c:v>
                </c:pt>
                <c:pt idx="78">
                  <c:v>3337.590690435949</c:v>
                </c:pt>
                <c:pt idx="79">
                  <c:v>4700.268866583483</c:v>
                </c:pt>
                <c:pt idx="80">
                  <c:v>64981.831545043126</c:v>
                </c:pt>
                <c:pt idx="81">
                  <c:v>7107.9590628971155</c:v>
                </c:pt>
                <c:pt idx="82">
                  <c:v>102246.64749578014</c:v>
                </c:pt>
                <c:pt idx="83">
                  <c:v>29304.841823115436</c:v>
                </c:pt>
                <c:pt idx="84">
                  <c:v>55984.541746593713</c:v>
                </c:pt>
                <c:pt idx="85">
                  <c:v>50194.287851138324</c:v>
                </c:pt>
                <c:pt idx="86">
                  <c:v>25924.377344334676</c:v>
                </c:pt>
                <c:pt idx="87">
                  <c:v>39891.439343013488</c:v>
                </c:pt>
                <c:pt idx="88">
                  <c:v>64543.623911287825</c:v>
                </c:pt>
                <c:pt idx="89">
                  <c:v>29335.991491332657</c:v>
                </c:pt>
                <c:pt idx="90">
                  <c:v>3491.3907480076514</c:v>
                </c:pt>
                <c:pt idx="91">
                  <c:v>38212.812970481122</c:v>
                </c:pt>
                <c:pt idx="92">
                  <c:v>17836.89418845213</c:v>
                </c:pt>
                <c:pt idx="93">
                  <c:v>127478.72216357201</c:v>
                </c:pt>
                <c:pt idx="94">
                  <c:v>86595.668166081625</c:v>
                </c:pt>
                <c:pt idx="95">
                  <c:v>15943.627194837027</c:v>
                </c:pt>
                <c:pt idx="96">
                  <c:v>18037.26981291722</c:v>
                </c:pt>
                <c:pt idx="97">
                  <c:v>58295.579346571532</c:v>
                </c:pt>
                <c:pt idx="98">
                  <c:v>172283.19530474476</c:v>
                </c:pt>
                <c:pt idx="99">
                  <c:v>77577.407707606544</c:v>
                </c:pt>
                <c:pt idx="100">
                  <c:v>17654.117018680325</c:v>
                </c:pt>
                <c:pt idx="101">
                  <c:v>75302.172366805476</c:v>
                </c:pt>
                <c:pt idx="102">
                  <c:v>32637.579396707661</c:v>
                </c:pt>
                <c:pt idx="103">
                  <c:v>28741.227863970624</c:v>
                </c:pt>
                <c:pt idx="104">
                  <c:v>23101.347641886481</c:v>
                </c:pt>
                <c:pt idx="105">
                  <c:v>83211.402962662658</c:v>
                </c:pt>
                <c:pt idx="106">
                  <c:v>83394.817793437454</c:v>
                </c:pt>
                <c:pt idx="107">
                  <c:v>146352.21511090646</c:v>
                </c:pt>
                <c:pt idx="108">
                  <c:v>86407.547509313808</c:v>
                </c:pt>
                <c:pt idx="109">
                  <c:v>78706.645390447695</c:v>
                </c:pt>
                <c:pt idx="110">
                  <c:v>8349.3775881276397</c:v>
                </c:pt>
                <c:pt idx="111">
                  <c:v>116631.82094978474</c:v>
                </c:pt>
                <c:pt idx="112">
                  <c:v>14986.864460752726</c:v>
                </c:pt>
                <c:pt idx="113">
                  <c:v>49733.948486966925</c:v>
                </c:pt>
                <c:pt idx="114">
                  <c:v>206221.59681147191</c:v>
                </c:pt>
                <c:pt idx="115">
                  <c:v>78282.544869513469</c:v>
                </c:pt>
                <c:pt idx="116">
                  <c:v>95770.133435520329</c:v>
                </c:pt>
                <c:pt idx="117">
                  <c:v>47855.521401423575</c:v>
                </c:pt>
                <c:pt idx="118">
                  <c:v>106748.44076529882</c:v>
                </c:pt>
                <c:pt idx="119">
                  <c:v>37507.913364936139</c:v>
                </c:pt>
                <c:pt idx="120">
                  <c:v>124131.92884673478</c:v>
                </c:pt>
                <c:pt idx="121">
                  <c:v>146923.91730501296</c:v>
                </c:pt>
                <c:pt idx="122">
                  <c:v>15997.920875946966</c:v>
                </c:pt>
                <c:pt idx="123">
                  <c:v>7480.0917429588062</c:v>
                </c:pt>
                <c:pt idx="124">
                  <c:v>36920.017312113785</c:v>
                </c:pt>
                <c:pt idx="125">
                  <c:v>43078.613742017886</c:v>
                </c:pt>
                <c:pt idx="126">
                  <c:v>85850.224883363699</c:v>
                </c:pt>
                <c:pt idx="127">
                  <c:v>7304.4316253459456</c:v>
                </c:pt>
                <c:pt idx="128">
                  <c:v>38310.476230532193</c:v>
                </c:pt>
                <c:pt idx="129">
                  <c:v>104392.64432129542</c:v>
                </c:pt>
                <c:pt idx="130">
                  <c:v>107375.72493755742</c:v>
                </c:pt>
                <c:pt idx="131">
                  <c:v>144854.99801479868</c:v>
                </c:pt>
                <c:pt idx="132">
                  <c:v>63834.07195532725</c:v>
                </c:pt>
                <c:pt idx="133">
                  <c:v>21060.100401943499</c:v>
                </c:pt>
                <c:pt idx="134">
                  <c:v>21309.333296903271</c:v>
                </c:pt>
                <c:pt idx="135">
                  <c:v>11364.701316171453</c:v>
                </c:pt>
                <c:pt idx="136">
                  <c:v>9665.2035229613939</c:v>
                </c:pt>
              </c:numCache>
            </c:numRef>
          </c:xVal>
          <c:yVal>
            <c:numRef>
              <c:f>Лист1!$C$1:$C$224</c:f>
              <c:numCache>
                <c:formatCode>0</c:formatCode>
                <c:ptCount val="224"/>
                <c:pt idx="0">
                  <c:v>57.666666666666664</c:v>
                </c:pt>
                <c:pt idx="1">
                  <c:v>54.5</c:v>
                </c:pt>
                <c:pt idx="2">
                  <c:v>37.585000000000001</c:v>
                </c:pt>
                <c:pt idx="3">
                  <c:v>57.356666666666662</c:v>
                </c:pt>
                <c:pt idx="4">
                  <c:v>59.99666666666667</c:v>
                </c:pt>
                <c:pt idx="5">
                  <c:v>78.589999999999989</c:v>
                </c:pt>
                <c:pt idx="6">
                  <c:v>76.366666666666674</c:v>
                </c:pt>
                <c:pt idx="7">
                  <c:v>61.013333333333328</c:v>
                </c:pt>
                <c:pt idx="8">
                  <c:v>64.290000000000006</c:v>
                </c:pt>
                <c:pt idx="9">
                  <c:v>51.846666666666664</c:v>
                </c:pt>
                <c:pt idx="10">
                  <c:v>58.9</c:v>
                </c:pt>
                <c:pt idx="11">
                  <c:v>76.52</c:v>
                </c:pt>
                <c:pt idx="12">
                  <c:v>44.593333333333334</c:v>
                </c:pt>
                <c:pt idx="13">
                  <c:v>51.599999999999994</c:v>
                </c:pt>
                <c:pt idx="14">
                  <c:v>54.236666666666657</c:v>
                </c:pt>
                <c:pt idx="15">
                  <c:v>55.023333333333333</c:v>
                </c:pt>
                <c:pt idx="16">
                  <c:v>60.066666666666663</c:v>
                </c:pt>
                <c:pt idx="17">
                  <c:v>61.536666666666662</c:v>
                </c:pt>
                <c:pt idx="18">
                  <c:v>63.613333333333337</c:v>
                </c:pt>
                <c:pt idx="19">
                  <c:v>43.66</c:v>
                </c:pt>
                <c:pt idx="20">
                  <c:v>38.773333333333333</c:v>
                </c:pt>
                <c:pt idx="21">
                  <c:v>50.266666666666673</c:v>
                </c:pt>
                <c:pt idx="22">
                  <c:v>50.54666666666666</c:v>
                </c:pt>
                <c:pt idx="23">
                  <c:v>45.343333333333334</c:v>
                </c:pt>
                <c:pt idx="24">
                  <c:v>79.836666666666673</c:v>
                </c:pt>
                <c:pt idx="25">
                  <c:v>35.39</c:v>
                </c:pt>
                <c:pt idx="26">
                  <c:v>70.056666666666672</c:v>
                </c:pt>
                <c:pt idx="27">
                  <c:v>72.756666666666675</c:v>
                </c:pt>
                <c:pt idx="28">
                  <c:v>61.96</c:v>
                </c:pt>
                <c:pt idx="29">
                  <c:v>38.42</c:v>
                </c:pt>
                <c:pt idx="30">
                  <c:v>61.956666666666671</c:v>
                </c:pt>
                <c:pt idx="31">
                  <c:v>47.86</c:v>
                </c:pt>
                <c:pt idx="32">
                  <c:v>60.726666666666667</c:v>
                </c:pt>
                <c:pt idx="33">
                  <c:v>65.553333333333327</c:v>
                </c:pt>
                <c:pt idx="34">
                  <c:v>70.976666666666674</c:v>
                </c:pt>
                <c:pt idx="35">
                  <c:v>80.573333333333338</c:v>
                </c:pt>
                <c:pt idx="36">
                  <c:v>57.093333333333334</c:v>
                </c:pt>
                <c:pt idx="37">
                  <c:v>55.676666666666669</c:v>
                </c:pt>
                <c:pt idx="38">
                  <c:v>53.766666666666673</c:v>
                </c:pt>
                <c:pt idx="39">
                  <c:v>52.606666666666662</c:v>
                </c:pt>
                <c:pt idx="40">
                  <c:v>70.809999999999988</c:v>
                </c:pt>
                <c:pt idx="41">
                  <c:v>45.650000000000006</c:v>
                </c:pt>
                <c:pt idx="42">
                  <c:v>44.206666666666671</c:v>
                </c:pt>
                <c:pt idx="43">
                  <c:v>80.093333333333334</c:v>
                </c:pt>
                <c:pt idx="44">
                  <c:v>78.073333333333338</c:v>
                </c:pt>
                <c:pt idx="45">
                  <c:v>47.46</c:v>
                </c:pt>
                <c:pt idx="46">
                  <c:v>45.333333333333336</c:v>
                </c:pt>
                <c:pt idx="47">
                  <c:v>60.446666666666665</c:v>
                </c:pt>
                <c:pt idx="48">
                  <c:v>82.426666666666677</c:v>
                </c:pt>
                <c:pt idx="49">
                  <c:v>50.81</c:v>
                </c:pt>
                <c:pt idx="50">
                  <c:v>62.160000000000004</c:v>
                </c:pt>
                <c:pt idx="51">
                  <c:v>53.46</c:v>
                </c:pt>
                <c:pt idx="52">
                  <c:v>44.086666666666666</c:v>
                </c:pt>
                <c:pt idx="53">
                  <c:v>36.18</c:v>
                </c:pt>
                <c:pt idx="54">
                  <c:v>52.120000000000005</c:v>
                </c:pt>
                <c:pt idx="55">
                  <c:v>82.46</c:v>
                </c:pt>
                <c:pt idx="56">
                  <c:v>64.273333333333326</c:v>
                </c:pt>
                <c:pt idx="57">
                  <c:v>74.61333333333333</c:v>
                </c:pt>
                <c:pt idx="58">
                  <c:v>61.403333333333329</c:v>
                </c:pt>
                <c:pt idx="59">
                  <c:v>64.353333333333339</c:v>
                </c:pt>
                <c:pt idx="60">
                  <c:v>54.076666666666661</c:v>
                </c:pt>
                <c:pt idx="61">
                  <c:v>75.586666666666659</c:v>
                </c:pt>
                <c:pt idx="62">
                  <c:v>76.540000000000006</c:v>
                </c:pt>
                <c:pt idx="63">
                  <c:v>70.92</c:v>
                </c:pt>
                <c:pt idx="64">
                  <c:v>57.843333333333334</c:v>
                </c:pt>
                <c:pt idx="65">
                  <c:v>82.11</c:v>
                </c:pt>
                <c:pt idx="66">
                  <c:v>59.800000000000004</c:v>
                </c:pt>
                <c:pt idx="67">
                  <c:v>61.956666666666671</c:v>
                </c:pt>
                <c:pt idx="68">
                  <c:v>53.686666666666667</c:v>
                </c:pt>
                <c:pt idx="69">
                  <c:v>78.83</c:v>
                </c:pt>
                <c:pt idx="70">
                  <c:v>62.953333333333326</c:v>
                </c:pt>
                <c:pt idx="71">
                  <c:v>52.973333333333336</c:v>
                </c:pt>
                <c:pt idx="72">
                  <c:v>49.31</c:v>
                </c:pt>
                <c:pt idx="73">
                  <c:v>66.010000000000005</c:v>
                </c:pt>
                <c:pt idx="74">
                  <c:v>57.27</c:v>
                </c:pt>
                <c:pt idx="75">
                  <c:v>42.213333333333338</c:v>
                </c:pt>
                <c:pt idx="76">
                  <c:v>67.3</c:v>
                </c:pt>
                <c:pt idx="77">
                  <c:v>76.566666666666677</c:v>
                </c:pt>
                <c:pt idx="78">
                  <c:v>42.86</c:v>
                </c:pt>
                <c:pt idx="79">
                  <c:v>42.26</c:v>
                </c:pt>
                <c:pt idx="80">
                  <c:v>74.073333333333338</c:v>
                </c:pt>
                <c:pt idx="81">
                  <c:v>43.636666666666663</c:v>
                </c:pt>
                <c:pt idx="82">
                  <c:v>68.58</c:v>
                </c:pt>
                <c:pt idx="83">
                  <c:v>40.803333333333335</c:v>
                </c:pt>
                <c:pt idx="84">
                  <c:v>63.660000000000004</c:v>
                </c:pt>
                <c:pt idx="85">
                  <c:v>64.563333333333333</c:v>
                </c:pt>
                <c:pt idx="86">
                  <c:v>55.623333333333335</c:v>
                </c:pt>
                <c:pt idx="87">
                  <c:v>52.763333333333343</c:v>
                </c:pt>
                <c:pt idx="88">
                  <c:v>59.550000000000004</c:v>
                </c:pt>
                <c:pt idx="89">
                  <c:v>58.716666666666669</c:v>
                </c:pt>
                <c:pt idx="90">
                  <c:v>39.910000000000004</c:v>
                </c:pt>
                <c:pt idx="91">
                  <c:v>53.176666666666669</c:v>
                </c:pt>
                <c:pt idx="92">
                  <c:v>50.603333333333332</c:v>
                </c:pt>
                <c:pt idx="93">
                  <c:v>82.33</c:v>
                </c:pt>
                <c:pt idx="94">
                  <c:v>77.45</c:v>
                </c:pt>
                <c:pt idx="95">
                  <c:v>51.5</c:v>
                </c:pt>
                <c:pt idx="96">
                  <c:v>47.966666666666661</c:v>
                </c:pt>
                <c:pt idx="97">
                  <c:v>56.974999999999994</c:v>
                </c:pt>
                <c:pt idx="98">
                  <c:v>78.383333333333326</c:v>
                </c:pt>
                <c:pt idx="99">
                  <c:v>63.00333333333333</c:v>
                </c:pt>
                <c:pt idx="100">
                  <c:v>50.736666666666657</c:v>
                </c:pt>
                <c:pt idx="101">
                  <c:v>61.436666666666667</c:v>
                </c:pt>
                <c:pt idx="102">
                  <c:v>53.293333333333329</c:v>
                </c:pt>
                <c:pt idx="103">
                  <c:v>61.333333333333336</c:v>
                </c:pt>
                <c:pt idx="104">
                  <c:v>61.266666666666673</c:v>
                </c:pt>
                <c:pt idx="105">
                  <c:v>68.323333333333323</c:v>
                </c:pt>
                <c:pt idx="106">
                  <c:v>70.106666666666669</c:v>
                </c:pt>
                <c:pt idx="107">
                  <c:v>71.42</c:v>
                </c:pt>
                <c:pt idx="108">
                  <c:v>63.333333333333336</c:v>
                </c:pt>
                <c:pt idx="109">
                  <c:v>65.443333333333328</c:v>
                </c:pt>
                <c:pt idx="110">
                  <c:v>51.123333333333335</c:v>
                </c:pt>
                <c:pt idx="111">
                  <c:v>67.813333333333333</c:v>
                </c:pt>
                <c:pt idx="112">
                  <c:v>49.06</c:v>
                </c:pt>
                <c:pt idx="113">
                  <c:v>60.31</c:v>
                </c:pt>
                <c:pt idx="114">
                  <c:v>83.743333333333325</c:v>
                </c:pt>
                <c:pt idx="115">
                  <c:v>66.63</c:v>
                </c:pt>
                <c:pt idx="116">
                  <c:v>69.433333333333337</c:v>
                </c:pt>
                <c:pt idx="117">
                  <c:v>61.353333333333332</c:v>
                </c:pt>
                <c:pt idx="118">
                  <c:v>74.41</c:v>
                </c:pt>
                <c:pt idx="119">
                  <c:v>56.49666666666667</c:v>
                </c:pt>
                <c:pt idx="120">
                  <c:v>81.49666666666667</c:v>
                </c:pt>
                <c:pt idx="121">
                  <c:v>82.43</c:v>
                </c:pt>
                <c:pt idx="122">
                  <c:v>52.44</c:v>
                </c:pt>
                <c:pt idx="123">
                  <c:v>47.283333333333331</c:v>
                </c:pt>
                <c:pt idx="124">
                  <c:v>67.296666666666667</c:v>
                </c:pt>
                <c:pt idx="125">
                  <c:v>55.536666666666669</c:v>
                </c:pt>
                <c:pt idx="126">
                  <c:v>61.720000000000006</c:v>
                </c:pt>
                <c:pt idx="127">
                  <c:v>47.569999999999993</c:v>
                </c:pt>
                <c:pt idx="128">
                  <c:v>56</c:v>
                </c:pt>
                <c:pt idx="129">
                  <c:v>73.56</c:v>
                </c:pt>
                <c:pt idx="130">
                  <c:v>81.766666666666666</c:v>
                </c:pt>
                <c:pt idx="131">
                  <c:v>84.716666666666683</c:v>
                </c:pt>
                <c:pt idx="132">
                  <c:v>62.966666666666669</c:v>
                </c:pt>
                <c:pt idx="133">
                  <c:v>43.363333333333337</c:v>
                </c:pt>
                <c:pt idx="134">
                  <c:v>59.176666666666669</c:v>
                </c:pt>
                <c:pt idx="135">
                  <c:v>45.996666666666663</c:v>
                </c:pt>
                <c:pt idx="136">
                  <c:v>42.95333333333334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7A34-4A89-AA69-15D3292C99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68457856"/>
        <c:axId val="1468457024"/>
      </c:scatterChart>
      <c:valAx>
        <c:axId val="14684578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ru-RU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Середнє значення ВВП ПКС на одного працюючого 2017-2023 рр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ru-RU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1468457024"/>
        <c:crosses val="autoZero"/>
        <c:crossBetween val="midCat"/>
      </c:valAx>
      <c:valAx>
        <c:axId val="1468457024"/>
        <c:scaling>
          <c:orientation val="minMax"/>
          <c:min val="3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Значення</a:t>
                </a:r>
                <a:r>
                  <a:rPr lang="ru-RU" sz="1200" baseline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індексу конкурентоспроможності</a:t>
                </a:r>
                <a:endParaRPr lang="ru-RU" sz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146845785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uk-UA">
                <a:latin typeface="Times New Roman" panose="02020603050405020304" pitchFamily="18" charset="0"/>
                <a:cs typeface="Times New Roman" panose="02020603050405020304" pitchFamily="18" charset="0"/>
              </a:rPr>
              <a:t>Україна</a:t>
            </a:r>
            <a:endParaRPr lang="uk-UA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Потенційний ВВП</c:v>
          </c:tx>
          <c:spPr>
            <a:ln w="38100" cap="rnd">
              <a:solidFill>
                <a:schemeClr val="tx1">
                  <a:lumMod val="65000"/>
                  <a:lumOff val="3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Сумма!$AQ$2:$BX$2</c:f>
              <c:strCache>
                <c:ptCount val="34"/>
                <c:pt idx="0">
                  <c:v>1990</c:v>
                </c:pt>
                <c:pt idx="1">
                  <c:v>1991</c:v>
                </c:pt>
                <c:pt idx="2">
                  <c:v>1992</c:v>
                </c:pt>
                <c:pt idx="3">
                  <c:v>1993</c:v>
                </c:pt>
                <c:pt idx="4">
                  <c:v>1994</c:v>
                </c:pt>
                <c:pt idx="5">
                  <c:v>1995</c:v>
                </c:pt>
                <c:pt idx="6">
                  <c:v>1996</c:v>
                </c:pt>
                <c:pt idx="7">
                  <c:v>1997</c:v>
                </c:pt>
                <c:pt idx="8">
                  <c:v>1998</c:v>
                </c:pt>
                <c:pt idx="9">
                  <c:v>1999</c:v>
                </c:pt>
                <c:pt idx="10">
                  <c:v>2000</c:v>
                </c:pt>
                <c:pt idx="11">
                  <c:v>2001</c:v>
                </c:pt>
                <c:pt idx="12">
                  <c:v>2002</c:v>
                </c:pt>
                <c:pt idx="13">
                  <c:v>2003</c:v>
                </c:pt>
                <c:pt idx="14">
                  <c:v>2004</c:v>
                </c:pt>
                <c:pt idx="15">
                  <c:v>2005</c:v>
                </c:pt>
                <c:pt idx="16">
                  <c:v>2006</c:v>
                </c:pt>
                <c:pt idx="17">
                  <c:v>2007</c:v>
                </c:pt>
                <c:pt idx="18">
                  <c:v>2008</c:v>
                </c:pt>
                <c:pt idx="19">
                  <c:v>2009</c:v>
                </c:pt>
                <c:pt idx="20">
                  <c:v>2010</c:v>
                </c:pt>
                <c:pt idx="21">
                  <c:v>2011</c:v>
                </c:pt>
                <c:pt idx="22">
                  <c:v>2012</c:v>
                </c:pt>
                <c:pt idx="23">
                  <c:v>2013</c:v>
                </c:pt>
                <c:pt idx="24">
                  <c:v>2014</c:v>
                </c:pt>
                <c:pt idx="25">
                  <c:v>2015</c:v>
                </c:pt>
                <c:pt idx="26">
                  <c:v>2016</c:v>
                </c:pt>
                <c:pt idx="27">
                  <c:v>2017</c:v>
                </c:pt>
                <c:pt idx="28">
                  <c:v>2018</c:v>
                </c:pt>
                <c:pt idx="29">
                  <c:v>2019</c:v>
                </c:pt>
                <c:pt idx="30">
                  <c:v>2020</c:v>
                </c:pt>
                <c:pt idx="31">
                  <c:v>2021</c:v>
                </c:pt>
                <c:pt idx="32">
                  <c:v>2022</c:v>
                </c:pt>
                <c:pt idx="33">
                  <c:v>2023</c:v>
                </c:pt>
              </c:strCache>
            </c:strRef>
          </c:cat>
          <c:val>
            <c:numRef>
              <c:f>Сумма!$AQ$112:$BX$112</c:f>
              <c:numCache>
                <c:formatCode>0.0%</c:formatCode>
                <c:ptCount val="34"/>
                <c:pt idx="0">
                  <c:v>-1.6307220963734891E-2</c:v>
                </c:pt>
                <c:pt idx="1">
                  <c:v>-4.21373418855579E-2</c:v>
                </c:pt>
                <c:pt idx="2">
                  <c:v>-3.6350077790498272E-2</c:v>
                </c:pt>
                <c:pt idx="3">
                  <c:v>-6.6780975880975688E-2</c:v>
                </c:pt>
                <c:pt idx="4">
                  <c:v>-0.1238092533136613</c:v>
                </c:pt>
                <c:pt idx="5">
                  <c:v>-6.8585164187481507E-2</c:v>
                </c:pt>
                <c:pt idx="6">
                  <c:v>-4.2775480239060977E-2</c:v>
                </c:pt>
                <c:pt idx="7">
                  <c:v>-4.2421482062374701E-3</c:v>
                </c:pt>
                <c:pt idx="8">
                  <c:v>8.6603614525999927E-4</c:v>
                </c:pt>
                <c:pt idx="9">
                  <c:v>1.5317201147255261E-2</c:v>
                </c:pt>
                <c:pt idx="10">
                  <c:v>2.3260442462774918E-2</c:v>
                </c:pt>
                <c:pt idx="11">
                  <c:v>4.1442021606271917E-2</c:v>
                </c:pt>
                <c:pt idx="12">
                  <c:v>1.339735493519513E-2</c:v>
                </c:pt>
                <c:pt idx="13">
                  <c:v>4.2066406472946682E-2</c:v>
                </c:pt>
                <c:pt idx="14">
                  <c:v>3.6792878098084812E-2</c:v>
                </c:pt>
                <c:pt idx="15">
                  <c:v>4.135037262084423E-3</c:v>
                </c:pt>
                <c:pt idx="16">
                  <c:v>2.5176878090061749E-2</c:v>
                </c:pt>
                <c:pt idx="17">
                  <c:v>2.7618704292608352E-2</c:v>
                </c:pt>
                <c:pt idx="18">
                  <c:v>1.164823789977374E-3</c:v>
                </c:pt>
                <c:pt idx="19">
                  <c:v>-8.6273755852411246E-2</c:v>
                </c:pt>
                <c:pt idx="20">
                  <c:v>1.5103073305118399E-2</c:v>
                </c:pt>
                <c:pt idx="21">
                  <c:v>2.5696124568032039E-2</c:v>
                </c:pt>
                <c:pt idx="22">
                  <c:v>-5.7336641598135305E-4</c:v>
                </c:pt>
                <c:pt idx="23">
                  <c:v>-3.69235833077022E-3</c:v>
                </c:pt>
                <c:pt idx="24">
                  <c:v>-1.531935746980279E-3</c:v>
                </c:pt>
                <c:pt idx="25">
                  <c:v>-1.470962408820759E-2</c:v>
                </c:pt>
                <c:pt idx="26">
                  <c:v>1.472746000140663E-2</c:v>
                </c:pt>
                <c:pt idx="27">
                  <c:v>1.0205111293242799E-2</c:v>
                </c:pt>
                <c:pt idx="28">
                  <c:v>7.8213696373254735E-3</c:v>
                </c:pt>
                <c:pt idx="29">
                  <c:v>8.1481549112881954E-3</c:v>
                </c:pt>
                <c:pt idx="30">
                  <c:v>-7.0183446459106931E-3</c:v>
                </c:pt>
                <c:pt idx="31">
                  <c:v>2.7321066673932928E-2</c:v>
                </c:pt>
                <c:pt idx="32">
                  <c:v>-0.12814134135438829</c:v>
                </c:pt>
                <c:pt idx="33">
                  <c:v>1.70083895841628E-2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08-4AAB-BC76-D23A4E29CC76}"/>
            </c:ext>
          </c:extLst>
        </c:ser>
        <c:ser>
          <c:idx val="1"/>
          <c:order val="1"/>
          <c:tx>
            <c:v>Фільтр Калмана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Сумма!$BY$112:$DF$112</c:f>
              <c:numCache>
                <c:formatCode>0.0%</c:formatCode>
                <c:ptCount val="34"/>
                <c:pt idx="0">
                  <c:v>-7.1985305348792276E-3</c:v>
                </c:pt>
                <c:pt idx="1">
                  <c:v>-2.827678455911329E-2</c:v>
                </c:pt>
                <c:pt idx="2">
                  <c:v>-1.9669212754024931E-2</c:v>
                </c:pt>
                <c:pt idx="3">
                  <c:v>-3.6005208469107153E-2</c:v>
                </c:pt>
                <c:pt idx="4">
                  <c:v>-7.931557433007036E-2</c:v>
                </c:pt>
                <c:pt idx="5">
                  <c:v>-3.8075519939209088E-2</c:v>
                </c:pt>
                <c:pt idx="6">
                  <c:v>-2.455756579965385E-2</c:v>
                </c:pt>
                <c:pt idx="7">
                  <c:v>-2.1577834338109849E-3</c:v>
                </c:pt>
                <c:pt idx="8">
                  <c:v>-3.0332433057781951E-4</c:v>
                </c:pt>
                <c:pt idx="9">
                  <c:v>8.999417174041029E-3</c:v>
                </c:pt>
                <c:pt idx="10">
                  <c:v>1.537598968381728E-2</c:v>
                </c:pt>
                <c:pt idx="11">
                  <c:v>2.4354747681710011E-2</c:v>
                </c:pt>
                <c:pt idx="12">
                  <c:v>1.1000952125142051E-2</c:v>
                </c:pt>
                <c:pt idx="13">
                  <c:v>2.6698882373582231E-2</c:v>
                </c:pt>
                <c:pt idx="14">
                  <c:v>2.531793054933552E-2</c:v>
                </c:pt>
                <c:pt idx="15">
                  <c:v>5.7115136514546954E-3</c:v>
                </c:pt>
                <c:pt idx="16">
                  <c:v>1.5920514388497221E-2</c:v>
                </c:pt>
                <c:pt idx="17">
                  <c:v>1.77009180856781E-2</c:v>
                </c:pt>
                <c:pt idx="18">
                  <c:v>1.0087712046833871E-3</c:v>
                </c:pt>
                <c:pt idx="19">
                  <c:v>-5.6561110616382172E-2</c:v>
                </c:pt>
                <c:pt idx="20">
                  <c:v>1.314054028871421E-2</c:v>
                </c:pt>
                <c:pt idx="21">
                  <c:v>1.826468821334791E-2</c:v>
                </c:pt>
                <c:pt idx="22">
                  <c:v>-8.7203644779756274E-3</c:v>
                </c:pt>
                <c:pt idx="23">
                  <c:v>-6.9965893163356939E-3</c:v>
                </c:pt>
                <c:pt idx="24">
                  <c:v>3.563208711348007E-3</c:v>
                </c:pt>
                <c:pt idx="25">
                  <c:v>-9.5581546657328761E-3</c:v>
                </c:pt>
                <c:pt idx="26">
                  <c:v>6.0160694289404515E-4</c:v>
                </c:pt>
                <c:pt idx="27">
                  <c:v>5.7712080097512856E-3</c:v>
                </c:pt>
                <c:pt idx="28">
                  <c:v>6.9475908447469946E-3</c:v>
                </c:pt>
                <c:pt idx="29">
                  <c:v>8.0092272935514824E-3</c:v>
                </c:pt>
                <c:pt idx="30">
                  <c:v>-6.7453935665089133E-3</c:v>
                </c:pt>
                <c:pt idx="31">
                  <c:v>8.4904138359569413E-3</c:v>
                </c:pt>
                <c:pt idx="32">
                  <c:v>-7.6436752311995718E-2</c:v>
                </c:pt>
                <c:pt idx="33">
                  <c:v>1.0204405605910721E-2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08-4AAB-BC76-D23A4E29CC76}"/>
            </c:ext>
          </c:extLst>
        </c:ser>
        <c:ser>
          <c:idx val="2"/>
          <c:order val="2"/>
          <c:tx>
            <c:v>Фільтр Ходрика-Прескотта</c:v>
          </c:tx>
          <c:spPr>
            <a:ln w="28575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Сумма!$DG$112:$EN$112</c:f>
              <c:numCache>
                <c:formatCode>0.0%</c:formatCode>
                <c:ptCount val="34"/>
                <c:pt idx="0">
                  <c:v>4.2256143344555786E-3</c:v>
                </c:pt>
                <c:pt idx="1">
                  <c:v>-2.92121137817481E-3</c:v>
                </c:pt>
                <c:pt idx="2">
                  <c:v>-7.1069219155109036E-3</c:v>
                </c:pt>
                <c:pt idx="3">
                  <c:v>-5.8014207322419943E-3</c:v>
                </c:pt>
                <c:pt idx="4">
                  <c:v>-1.357053682041541E-2</c:v>
                </c:pt>
                <c:pt idx="5">
                  <c:v>-3.7997788571688591E-3</c:v>
                </c:pt>
                <c:pt idx="6">
                  <c:v>-4.4338687027071621E-4</c:v>
                </c:pt>
                <c:pt idx="7">
                  <c:v>1.902713116996064E-3</c:v>
                </c:pt>
                <c:pt idx="8">
                  <c:v>-5.3816653028133906E-3</c:v>
                </c:pt>
                <c:pt idx="9">
                  <c:v>4.7859673977612791E-5</c:v>
                </c:pt>
                <c:pt idx="10">
                  <c:v>8.7464801905557006E-3</c:v>
                </c:pt>
                <c:pt idx="11">
                  <c:v>1.4893498439736471E-3</c:v>
                </c:pt>
                <c:pt idx="12">
                  <c:v>8.8942893246789006E-4</c:v>
                </c:pt>
                <c:pt idx="13">
                  <c:v>6.6450831944672578E-3</c:v>
                </c:pt>
                <c:pt idx="14">
                  <c:v>1.2743330298098109E-2</c:v>
                </c:pt>
                <c:pt idx="15">
                  <c:v>5.8726704030984817E-3</c:v>
                </c:pt>
                <c:pt idx="16">
                  <c:v>4.6285414900234913E-3</c:v>
                </c:pt>
                <c:pt idx="17">
                  <c:v>2.8399530197412378E-3</c:v>
                </c:pt>
                <c:pt idx="18">
                  <c:v>-3.4472502260930742E-3</c:v>
                </c:pt>
                <c:pt idx="19">
                  <c:v>-1.666380329005783E-2</c:v>
                </c:pt>
                <c:pt idx="20">
                  <c:v>6.9573527699935836E-3</c:v>
                </c:pt>
                <c:pt idx="21">
                  <c:v>2.427948948921618E-3</c:v>
                </c:pt>
                <c:pt idx="22">
                  <c:v>-1.1813473808108791E-3</c:v>
                </c:pt>
                <c:pt idx="23">
                  <c:v>-1.9388544204648449E-4</c:v>
                </c:pt>
                <c:pt idx="24">
                  <c:v>1.508469435065585E-3</c:v>
                </c:pt>
                <c:pt idx="25">
                  <c:v>4.0906405039519192E-4</c:v>
                </c:pt>
                <c:pt idx="26">
                  <c:v>-4.6195328820063724E-3</c:v>
                </c:pt>
                <c:pt idx="27">
                  <c:v>-1.191224767141944E-3</c:v>
                </c:pt>
                <c:pt idx="28">
                  <c:v>-2.347285953930486E-3</c:v>
                </c:pt>
                <c:pt idx="29">
                  <c:v>-5.7646714769399006E-3</c:v>
                </c:pt>
                <c:pt idx="30">
                  <c:v>-1.374570643541655E-2</c:v>
                </c:pt>
                <c:pt idx="31">
                  <c:v>4.6378012923775983E-3</c:v>
                </c:pt>
                <c:pt idx="32">
                  <c:v>-4.5075972442214299E-3</c:v>
                </c:pt>
                <c:pt idx="33">
                  <c:v>1.0091467382633769E-3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408-4AAB-BC76-D23A4E29CC76}"/>
            </c:ext>
          </c:extLst>
        </c:ser>
        <c:ser>
          <c:idx val="3"/>
          <c:order val="3"/>
          <c:tx>
            <c:v>Реальний ВВП</c:v>
          </c:tx>
          <c:spPr>
            <a:ln w="28575" cap="rnd">
              <a:solidFill>
                <a:schemeClr val="bg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trendline>
            <c:name>Ковзне середнє Реального ВВП</c:name>
            <c:spPr>
              <a:ln w="28575" cap="rnd">
                <a:solidFill>
                  <a:schemeClr val="tx1">
                    <a:lumMod val="95000"/>
                    <a:lumOff val="5000"/>
                  </a:schemeClr>
                </a:solidFill>
                <a:prstDash val="sysDot"/>
              </a:ln>
              <a:effectLst/>
            </c:spPr>
            <c:trendlineType val="movingAvg"/>
            <c:period val="3"/>
            <c:dispRSqr val="0"/>
            <c:dispEq val="0"/>
          </c:trendline>
          <c:val>
            <c:numRef>
              <c:f>Сумма!$I$112:$AP$112</c:f>
              <c:numCache>
                <c:formatCode>0.0%</c:formatCode>
                <c:ptCount val="34"/>
                <c:pt idx="0">
                  <c:v>-2.6600000000000002E-2</c:v>
                </c:pt>
                <c:pt idx="1">
                  <c:v>-9.0999999999999998E-2</c:v>
                </c:pt>
                <c:pt idx="2">
                  <c:v>-0.1043</c:v>
                </c:pt>
                <c:pt idx="3">
                  <c:v>-0.1532</c:v>
                </c:pt>
                <c:pt idx="4">
                  <c:v>-0.2601</c:v>
                </c:pt>
                <c:pt idx="5">
                  <c:v>-0.13009999999999999</c:v>
                </c:pt>
                <c:pt idx="6">
                  <c:v>-0.10539999999999999</c:v>
                </c:pt>
                <c:pt idx="7">
                  <c:v>-3.0499999999999999E-2</c:v>
                </c:pt>
                <c:pt idx="8">
                  <c:v>-1.9199999999999998E-2</c:v>
                </c:pt>
                <c:pt idx="9">
                  <c:v>-2E-3</c:v>
                </c:pt>
                <c:pt idx="10">
                  <c:v>5.7300000000000004E-2</c:v>
                </c:pt>
                <c:pt idx="11">
                  <c:v>8.43E-2</c:v>
                </c:pt>
                <c:pt idx="12">
                  <c:v>5.16E-2</c:v>
                </c:pt>
                <c:pt idx="13">
                  <c:v>9.0800000000000006E-2</c:v>
                </c:pt>
                <c:pt idx="14">
                  <c:v>0.1115</c:v>
                </c:pt>
                <c:pt idx="15">
                  <c:v>3.0499999999999999E-2</c:v>
                </c:pt>
                <c:pt idx="16">
                  <c:v>7.3300000000000004E-2</c:v>
                </c:pt>
                <c:pt idx="17">
                  <c:v>7.8799999999999995E-2</c:v>
                </c:pt>
                <c:pt idx="18">
                  <c:v>2.18E-2</c:v>
                </c:pt>
                <c:pt idx="19">
                  <c:v>-0.16370000000000001</c:v>
                </c:pt>
                <c:pt idx="20">
                  <c:v>4.0199999999999993E-2</c:v>
                </c:pt>
                <c:pt idx="21">
                  <c:v>5.3200000000000004E-2</c:v>
                </c:pt>
                <c:pt idx="22">
                  <c:v>2.2000000000000001E-3</c:v>
                </c:pt>
                <c:pt idx="23">
                  <c:v>0</c:v>
                </c:pt>
                <c:pt idx="24">
                  <c:v>-6.8000000000000005E-2</c:v>
                </c:pt>
                <c:pt idx="25">
                  <c:v>-0.10300000000000001</c:v>
                </c:pt>
                <c:pt idx="26">
                  <c:v>2.3900000000000001E-2</c:v>
                </c:pt>
                <c:pt idx="27">
                  <c:v>2.3300000000000001E-2</c:v>
                </c:pt>
                <c:pt idx="28">
                  <c:v>3.4300000000000004E-2</c:v>
                </c:pt>
                <c:pt idx="29">
                  <c:v>3.15E-2</c:v>
                </c:pt>
                <c:pt idx="30">
                  <c:v>-3.8300000000000001E-2</c:v>
                </c:pt>
                <c:pt idx="31">
                  <c:v>3.3799999999999997E-2</c:v>
                </c:pt>
                <c:pt idx="32">
                  <c:v>-0.34350000000000003</c:v>
                </c:pt>
                <c:pt idx="33">
                  <c:v>1.9799999999999998E-2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408-4AAB-BC76-D23A4E29CC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73034256"/>
        <c:axId val="1973032592"/>
      </c:lineChart>
      <c:catAx>
        <c:axId val="1973034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1973032592"/>
        <c:crosses val="autoZero"/>
        <c:auto val="1"/>
        <c:lblAlgn val="ctr"/>
        <c:lblOffset val="100"/>
        <c:noMultiLvlLbl val="0"/>
      </c:catAx>
      <c:valAx>
        <c:axId val="1973032592"/>
        <c:scaling>
          <c:orientation val="minMax"/>
          <c:max val="0.15000000000000002"/>
          <c:min val="-0.3500000000000000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2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Приріст ВВП, 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1973034256"/>
        <c:crosses val="autoZero"/>
        <c:crossBetween val="between"/>
      </c:valAx>
      <c:spPr>
        <a:noFill/>
        <a:ln>
          <a:solidFill>
            <a:schemeClr val="bg1">
              <a:lumMod val="95000"/>
            </a:schemeClr>
          </a:solidFill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2CDAAB4-08BA-3B44-A5D8-DAF6E20304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BF5FB3-7FAD-4045-B064-3C848D1874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E0F1AB-AE60-2F48-9346-B1F3835D5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E6C5C-5869-584D-8DD8-319E96291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3E335-6FF4-C64C-AF99-1A89D5F33035}" type="datetimeFigureOut">
              <a:rPr lang="uk-UA" smtClean="0"/>
              <a:t>26.11.2024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12860-9D65-EB4B-8F92-373519C6E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66FEC-9BA1-6541-A877-9D841EA3F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CCCFD-B935-D24B-82C8-F1BB9D2F906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66932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80A29-6D07-2246-8004-D7177BDD5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2E72E-5CC3-C946-A5A4-4BF12AF98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5D3D3-ADCB-904A-9993-F314D4BA0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3E335-6FF4-C64C-AF99-1A89D5F33035}" type="datetimeFigureOut">
              <a:rPr lang="uk-UA" smtClean="0"/>
              <a:t>26.11.2024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D957D-0969-F742-9062-F2599B318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4652D-2582-FB48-9BF1-69522343E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CCCFD-B935-D24B-82C8-F1BB9D2F906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79145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4A77C-493B-784B-817B-D5A8750F9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61F68A-2492-8748-B13B-EC3DEEF43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5A834-3362-F041-AD24-F72D8A598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3E335-6FF4-C64C-AF99-1A89D5F33035}" type="datetimeFigureOut">
              <a:rPr lang="uk-UA" smtClean="0"/>
              <a:t>26.11.2024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AEEF3-2E8C-DC4F-B119-CEFB3BBB7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63B59-F197-3840-875D-B49313EFC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CCCFD-B935-D24B-82C8-F1BB9D2F906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44127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B41D8-95DD-E346-9A25-009295983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E62C2-A806-BA4D-85EB-34249790B4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015AC-D26D-B84E-B05F-4AD9412E7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80CD8-C0BE-DF41-8E10-7492F9F8B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3E335-6FF4-C64C-AF99-1A89D5F33035}" type="datetimeFigureOut">
              <a:rPr lang="uk-UA" smtClean="0"/>
              <a:t>26.11.2024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D87E4-3C66-064F-BF14-55B3C3AC1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877CC-D0D9-684B-B700-822478C7A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CCCFD-B935-D24B-82C8-F1BB9D2F906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28466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29086-C16D-3846-8FF9-468434D92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58A6B-3747-D242-8F17-DEFB7B6EC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729112-86AB-BB4A-827B-9C8E4A76F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618191-5F05-AE48-8F82-B2BBC17354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07F7E5-4E6B-0745-930F-FF4FEF5625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EE6B81-9E54-3943-BA3D-0719A1C86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3E335-6FF4-C64C-AF99-1A89D5F33035}" type="datetimeFigureOut">
              <a:rPr lang="uk-UA" smtClean="0"/>
              <a:t>26.11.2024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70275-6DCC-B44D-89F9-34ECBA5BC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FF90D7-DA2E-AA41-B9F7-DA1D66345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CCCFD-B935-D24B-82C8-F1BB9D2F906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19716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4BF34-1D8F-BF47-B8C9-0306CAE4B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DEB41B-6124-2E4B-82DB-10BCA0CEA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3E335-6FF4-C64C-AF99-1A89D5F33035}" type="datetimeFigureOut">
              <a:rPr lang="uk-UA" smtClean="0"/>
              <a:t>26.11.2024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633350-973A-4C44-A1DB-8F9EE13D5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074D0A-6383-474C-B291-DDF41849F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CCCFD-B935-D24B-82C8-F1BB9D2F906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48675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955655-105C-EB40-ADF9-2A9A06D56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3E335-6FF4-C64C-AF99-1A89D5F33035}" type="datetimeFigureOut">
              <a:rPr lang="uk-UA" smtClean="0"/>
              <a:t>26.11.2024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5B59A5-3967-544C-B754-FB80B0C4C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644CA-DA9B-A941-8F14-61FF9B561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CCCFD-B935-D24B-82C8-F1BB9D2F906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9356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BEDF1-47DC-BD47-95EE-1FB31F3D9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F7C26-3305-7046-B4A3-14050A313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2ED99-F24A-664D-A07B-4FA962A68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5AE3F-06DF-9542-969F-BA4FD3F7A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3E335-6FF4-C64C-AF99-1A89D5F33035}" type="datetimeFigureOut">
              <a:rPr lang="uk-UA" smtClean="0"/>
              <a:t>26.11.2024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1FC71-5EC4-B544-B832-EB8168D24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F4F5F-021C-9B4B-9694-9490B5573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CCCFD-B935-D24B-82C8-F1BB9D2F906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07079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875D-CFB9-7B4D-80EF-23FB6C5D4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D320AD-AFCE-C04E-9391-78741B63F5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562347-EAB5-4048-970E-8CF93E678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72A58-A756-D440-9263-92C81B885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3E335-6FF4-C64C-AF99-1A89D5F33035}" type="datetimeFigureOut">
              <a:rPr lang="uk-UA" smtClean="0"/>
              <a:t>26.11.2024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5349BC-F6FA-E541-BDED-09D579004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DFFC0-7BC8-4546-90F5-FE3BDF360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CCCFD-B935-D24B-82C8-F1BB9D2F906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17574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6AAD7-6B80-D340-B145-BE70761D7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6D4553-966F-2049-BCFC-F802A5C323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DDD7C-8350-ED45-B98D-D635E1751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3E335-6FF4-C64C-AF99-1A89D5F33035}" type="datetimeFigureOut">
              <a:rPr lang="uk-UA" smtClean="0"/>
              <a:t>26.11.2024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1A6D1-84D9-2E4C-B972-A2AFD5805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733EB-B275-AE4C-B7AB-2643C9CE1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CCCFD-B935-D24B-82C8-F1BB9D2F906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79302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A5B4B7-2A07-8D4A-8C7A-FF48ED2454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19A374-0909-6D4F-8EA8-90F7E50BB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87F8F-047E-764E-86AE-C831C636D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3E335-6FF4-C64C-AF99-1A89D5F33035}" type="datetimeFigureOut">
              <a:rPr lang="uk-UA" smtClean="0"/>
              <a:t>26.11.2024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78FFB-0E3D-804B-A403-AD1468D76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0F78C-7DC7-5D4B-8D68-B5B93DA6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CCCFD-B935-D24B-82C8-F1BB9D2F906C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43556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3083C75-4D4E-4B49-AD68-39626904BC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t="17573"/>
          <a:stretch/>
        </p:blipFill>
        <p:spPr>
          <a:xfrm>
            <a:off x="1" y="0"/>
            <a:ext cx="12191999" cy="258115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179DB-560F-E945-AC47-FF0F4C155C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3E335-6FF4-C64C-AF99-1A89D5F33035}" type="datetimeFigureOut">
              <a:rPr lang="uk-UA" smtClean="0"/>
              <a:t>26.11.2024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74B9A-8CD5-4E4C-A133-1DBC7C5CD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FF9AA-72D4-8941-AEE3-64DA6CD0BB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7CCCFD-B935-D24B-82C8-F1BB9D2F906C}" type="slidenum">
              <a:rPr lang="uk-UA" smtClean="0"/>
              <a:t>‹#›</a:t>
            </a:fld>
            <a:endParaRPr lang="uk-U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D9209C-0B11-E34C-B958-D8343BC80F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t="63945" b="-1"/>
          <a:stretch/>
        </p:blipFill>
        <p:spPr>
          <a:xfrm>
            <a:off x="1" y="2558004"/>
            <a:ext cx="12191999" cy="11290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61402C-DEEE-ED45-92E0-95260F10B6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t="63945" b="-1"/>
          <a:stretch/>
        </p:blipFill>
        <p:spPr>
          <a:xfrm>
            <a:off x="1" y="3663907"/>
            <a:ext cx="12191999" cy="11290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0CD9DE-7C11-A947-9FEB-A54D8DCE9A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t="63945" b="-1"/>
          <a:stretch/>
        </p:blipFill>
        <p:spPr>
          <a:xfrm>
            <a:off x="0" y="4758235"/>
            <a:ext cx="12191999" cy="11290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326029-4F14-D442-8707-BC35894DFA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t="63945" b="-1"/>
          <a:stretch/>
        </p:blipFill>
        <p:spPr>
          <a:xfrm>
            <a:off x="-1" y="5728947"/>
            <a:ext cx="12191999" cy="112905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55A05-415E-B442-AED6-ECFFE26FC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55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uk-U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7A3E4-78A0-AD44-86EA-FC062222B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2506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  <a:alpha val="2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F65C7-6354-EF4F-BB1D-A9465DE38B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5084" y="3226653"/>
            <a:ext cx="10050379" cy="2387600"/>
          </a:xfrm>
        </p:spPr>
        <p:txBody>
          <a:bodyPr>
            <a:normAutofit fontScale="90000"/>
          </a:bodyPr>
          <a:lstStyle/>
          <a:p>
            <a:r>
              <a:rPr lang="ru-RU">
                <a:solidFill>
                  <a:schemeClr val="accent6">
                    <a:lumMod val="75000"/>
                  </a:schemeClr>
                </a:solidFill>
                <a:latin typeface="Seravek" panose="020B0503040000020004" pitchFamily="34" charset="0"/>
              </a:rPr>
              <a:t>ДИПЛОМНА РОБОТА на тему: </a:t>
            </a:r>
            <a:r>
              <a:rPr lang="ru-RU" sz="5300" b="1">
                <a:latin typeface="Times New Roman" panose="02020603050405020304" pitchFamily="18" charset="0"/>
                <a:cs typeface="Times New Roman" panose="02020603050405020304" pitchFamily="18" charset="0"/>
              </a:rPr>
              <a:t>Моделювання рівня ефективності економік країн світу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6913EA-4BDF-BE4B-9D64-758906023B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02580"/>
            <a:ext cx="9144000" cy="886977"/>
          </a:xfrm>
        </p:spPr>
        <p:txBody>
          <a:bodyPr/>
          <a:lstStyle/>
          <a:p>
            <a:r>
              <a:rPr lang="ru-RU">
                <a:latin typeface="Seravek" panose="020B0503040000020004" pitchFamily="34" charset="0"/>
              </a:rPr>
              <a:t>Виконав: студент Артур ПЕТЬКО</a:t>
            </a:r>
          </a:p>
          <a:p>
            <a:r>
              <a:rPr lang="ru-RU">
                <a:latin typeface="Seravek" panose="020B0503040000020004" pitchFamily="34" charset="0"/>
              </a:rPr>
              <a:t>Керівник: к.е.н., доцент Світлана ПРОКОПОВИЧ</a:t>
            </a:r>
          </a:p>
        </p:txBody>
      </p:sp>
    </p:spTree>
    <p:extLst>
      <p:ext uri="{BB962C8B-B14F-4D97-AF65-F5344CB8AC3E}">
        <p14:creationId xmlns:p14="http://schemas.microsoft.com/office/powerpoint/2010/main" val="2068556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79C67F6F-EFB8-4081-A09A-6BF6C7B07192}"/>
              </a:ext>
            </a:extLst>
          </p:cNvPr>
          <p:cNvSpPr txBox="1">
            <a:spLocks/>
          </p:cNvSpPr>
          <p:nvPr/>
        </p:nvSpPr>
        <p:spPr>
          <a:xfrm>
            <a:off x="11538284" y="6354422"/>
            <a:ext cx="527107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6E6E7A8-C39D-48FF-B6BC-D7AA74AABAA8}" type="slidenum">
              <a:rPr lang="ru-RU" smtClean="0">
                <a:solidFill>
                  <a:schemeClr val="tx1"/>
                </a:solidFill>
                <a:latin typeface="Palatino Linotype" panose="02040502050505030304"/>
              </a:rPr>
              <a:pPr/>
              <a:t>2</a:t>
            </a:fld>
            <a:endParaRPr lang="ru-RU" dirty="0">
              <a:solidFill>
                <a:schemeClr val="tx1"/>
              </a:solidFill>
              <a:latin typeface="Palatino Linotype" panose="020405020505050303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0D177D-DFDC-4EAC-BD51-644B14C1D3EA}"/>
              </a:ext>
            </a:extLst>
          </p:cNvPr>
          <p:cNvSpPr txBox="1"/>
          <p:nvPr/>
        </p:nvSpPr>
        <p:spPr>
          <a:xfrm>
            <a:off x="126609" y="0"/>
            <a:ext cx="11523021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Метою роботи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є систематизація теоретичних засад і положень, а також розробка методичних підходів для оцінки та прогнозування рівня ефективності економік різних країн світу з подальшим групуванням національних економік за цими критеріями.</a:t>
            </a:r>
          </a:p>
          <a:p>
            <a:pPr algn="just"/>
            <a:r>
              <a:rPr lang="ru-RU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Об'єктом дослідження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є національні економіки країн світу як системи та фактори економічної ефективності.</a:t>
            </a:r>
          </a:p>
          <a:p>
            <a:pPr algn="just"/>
            <a:r>
              <a:rPr lang="ru-RU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Предметом дослідження 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є методи моделювання, що аналізують вплив ключових факторів на рівень економічної ефективності, а також показники, такі як ВВП на душу населення за паритетом купівельної спроможності.</a:t>
            </a:r>
          </a:p>
          <a:p>
            <a:pPr algn="just"/>
            <a:endParaRPr 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Відповідно до визначеної мети, в роботі поставлено та вирішено такі завдання:</a:t>
            </a:r>
          </a:p>
          <a:p>
            <a:pPr algn="just"/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систематизувати теоретичні підходи до визначення критеріїв та індикаторів рівня ефективності економіки;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аналіз показників ефективності економік різних країн світу;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розробити методологію для побудови моделі прогнозування рівня ефективності національних економік;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створити модель кластеризації країн за рівнем економічної ефективності для виявлення груп з подібними характеристиками;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дослідити основні теоретичні засади щодо оцінки потенційного валового внутрішнього продукту (ВВП);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сформувати модель для оцінки потенційного ВВП як одного з ключових показників економічної ефективності;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розробити когнітивну модель для оцінки впливу ключових факторів на ефективність економік.</a:t>
            </a:r>
          </a:p>
        </p:txBody>
      </p:sp>
    </p:spTree>
    <p:extLst>
      <p:ext uri="{BB962C8B-B14F-4D97-AF65-F5344CB8AC3E}">
        <p14:creationId xmlns:p14="http://schemas.microsoft.com/office/powerpoint/2010/main" val="119652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05FF5252-9185-4412-A776-C8CADC7CD55D}"/>
              </a:ext>
            </a:extLst>
          </p:cNvPr>
          <p:cNvSpPr txBox="1">
            <a:spLocks/>
          </p:cNvSpPr>
          <p:nvPr/>
        </p:nvSpPr>
        <p:spPr>
          <a:xfrm>
            <a:off x="11538284" y="6354422"/>
            <a:ext cx="527107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6E6E7A8-C39D-48FF-B6BC-D7AA74AABAA8}" type="slidenum">
              <a:rPr lang="ru-RU" smtClean="0">
                <a:solidFill>
                  <a:schemeClr val="tx1"/>
                </a:solidFill>
                <a:latin typeface="Palatino Linotype" panose="02040502050505030304"/>
              </a:rPr>
              <a:pPr/>
              <a:t>3</a:t>
            </a:fld>
            <a:endParaRPr lang="ru-RU" dirty="0">
              <a:solidFill>
                <a:schemeClr val="tx1"/>
              </a:solidFill>
              <a:latin typeface="Palatino Linotype" panose="02040502050505030304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B740D3-C1E6-4063-9350-CD8938390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806" y="0"/>
            <a:ext cx="491319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66FAA5-CA42-4954-A112-90B06FD07A7F}"/>
              </a:ext>
            </a:extLst>
          </p:cNvPr>
          <p:cNvSpPr txBox="1"/>
          <p:nvPr/>
        </p:nvSpPr>
        <p:spPr>
          <a:xfrm>
            <a:off x="6787966" y="3198167"/>
            <a:ext cx="47503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Рис. 1.1. Концептуальна схема дослідження</a:t>
            </a:r>
          </a:p>
        </p:txBody>
      </p:sp>
    </p:spTree>
    <p:extLst>
      <p:ext uri="{BB962C8B-B14F-4D97-AF65-F5344CB8AC3E}">
        <p14:creationId xmlns:p14="http://schemas.microsoft.com/office/powerpoint/2010/main" val="13638741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E9B162FF-7047-4569-B9DB-EC64ADA00848}"/>
              </a:ext>
            </a:extLst>
          </p:cNvPr>
          <p:cNvSpPr txBox="1">
            <a:spLocks/>
          </p:cNvSpPr>
          <p:nvPr/>
        </p:nvSpPr>
        <p:spPr>
          <a:xfrm>
            <a:off x="11538284" y="6354422"/>
            <a:ext cx="527107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6E6E7A8-C39D-48FF-B6BC-D7AA74AABAA8}" type="slidenum">
              <a:rPr lang="ru-RU" smtClean="0">
                <a:solidFill>
                  <a:schemeClr val="tx1"/>
                </a:solidFill>
                <a:latin typeface="Palatino Linotype" panose="02040502050505030304"/>
              </a:rPr>
              <a:pPr/>
              <a:t>4</a:t>
            </a:fld>
            <a:endParaRPr lang="ru-RU" dirty="0">
              <a:solidFill>
                <a:schemeClr val="tx1"/>
              </a:solidFill>
              <a:latin typeface="Palatino Linotype" panose="02040502050505030304"/>
            </a:endParaRPr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68816283-CE29-4646-8A05-B6DB138F0C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6452138"/>
              </p:ext>
            </p:extLst>
          </p:nvPr>
        </p:nvGraphicFramePr>
        <p:xfrm>
          <a:off x="155574" y="0"/>
          <a:ext cx="5940425" cy="3848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F3172C2B-AAD9-41EF-AC1A-F6028FC6FD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1946857"/>
              </p:ext>
            </p:extLst>
          </p:nvPr>
        </p:nvGraphicFramePr>
        <p:xfrm>
          <a:off x="6095999" y="3030197"/>
          <a:ext cx="5940425" cy="3324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975305A-E28B-4881-9690-FADF45EC6836}"/>
              </a:ext>
            </a:extLst>
          </p:cNvPr>
          <p:cNvSpPr txBox="1"/>
          <p:nvPr/>
        </p:nvSpPr>
        <p:spPr>
          <a:xfrm>
            <a:off x="78924" y="3809354"/>
            <a:ext cx="60937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Рис. 1.2. 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Взаємозв'язок</a:t>
            </a:r>
            <a:r>
              <a:rPr lang="ru-RU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темпів економічного росту та обсягу держави</a:t>
            </a:r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D66E45-849C-401A-973C-64A8AE5E2324}"/>
              </a:ext>
            </a:extLst>
          </p:cNvPr>
          <p:cNvSpPr txBox="1"/>
          <p:nvPr/>
        </p:nvSpPr>
        <p:spPr>
          <a:xfrm>
            <a:off x="6098276" y="2349238"/>
            <a:ext cx="60937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Рис. 1.3. 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Зв'язок економічного рівня країни та частки висококваліфікованих робочих місць</a:t>
            </a:r>
          </a:p>
        </p:txBody>
      </p:sp>
    </p:spTree>
    <p:extLst>
      <p:ext uri="{BB962C8B-B14F-4D97-AF65-F5344CB8AC3E}">
        <p14:creationId xmlns:p14="http://schemas.microsoft.com/office/powerpoint/2010/main" val="4242304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2DDDE2F1-DEC3-4028-963C-0E878AC46316}"/>
              </a:ext>
            </a:extLst>
          </p:cNvPr>
          <p:cNvSpPr txBox="1">
            <a:spLocks/>
          </p:cNvSpPr>
          <p:nvPr/>
        </p:nvSpPr>
        <p:spPr>
          <a:xfrm>
            <a:off x="11538284" y="6354422"/>
            <a:ext cx="527107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6E6E7A8-C39D-48FF-B6BC-D7AA74AABAA8}" type="slidenum">
              <a:rPr lang="ru-RU" smtClean="0">
                <a:solidFill>
                  <a:schemeClr val="tx1"/>
                </a:solidFill>
                <a:latin typeface="Palatino Linotype" panose="02040502050505030304"/>
              </a:rPr>
              <a:pPr/>
              <a:t>5</a:t>
            </a:fld>
            <a:endParaRPr lang="ru-RU" dirty="0">
              <a:solidFill>
                <a:schemeClr val="tx1"/>
              </a:solidFill>
              <a:latin typeface="Palatino Linotype" panose="020405020505050303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F37321-A3BE-41E3-8323-FADB0D9C3953}"/>
              </a:ext>
            </a:extLst>
          </p:cNvPr>
          <p:cNvSpPr txBox="1"/>
          <p:nvPr/>
        </p:nvSpPr>
        <p:spPr>
          <a:xfrm>
            <a:off x="213813" y="2871468"/>
            <a:ext cx="50769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Рис. 1.4. Зв’язок економічного розвитку та частки зовнішньоторговельного обороту у ВВП </a:t>
            </a:r>
          </a:p>
        </p:txBody>
      </p:sp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F3172C2B-AAD9-41EF-AC1A-F6028FC6FD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2615088"/>
              </p:ext>
            </p:extLst>
          </p:nvPr>
        </p:nvGraphicFramePr>
        <p:xfrm>
          <a:off x="0" y="3517799"/>
          <a:ext cx="6782937" cy="33402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00B361EA-A4AF-4E6E-978D-7D1944A926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332470"/>
              </p:ext>
            </p:extLst>
          </p:nvPr>
        </p:nvGraphicFramePr>
        <p:xfrm>
          <a:off x="5217990" y="0"/>
          <a:ext cx="6920185" cy="3517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0989CDA-BC3A-4ADF-8589-5201B0210CA6}"/>
              </a:ext>
            </a:extLst>
          </p:cNvPr>
          <p:cNvSpPr txBox="1"/>
          <p:nvPr/>
        </p:nvSpPr>
        <p:spPr>
          <a:xfrm>
            <a:off x="6782937" y="3555924"/>
            <a:ext cx="50769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Рис. 1.5. Зв'язок рівня економічного розвитку з конкурентоспроможністю</a:t>
            </a:r>
          </a:p>
        </p:txBody>
      </p:sp>
    </p:spTree>
    <p:extLst>
      <p:ext uri="{BB962C8B-B14F-4D97-AF65-F5344CB8AC3E}">
        <p14:creationId xmlns:p14="http://schemas.microsoft.com/office/powerpoint/2010/main" val="3462092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69FE75E-5184-4A56-85CD-8576441CD4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5007865" cy="653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F9E66145-4F44-46AE-8DBD-FE8930F82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933" y="0"/>
            <a:ext cx="6550025" cy="6543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32E36084-E6F8-4610-8858-1467323C5EA0}"/>
              </a:ext>
            </a:extLst>
          </p:cNvPr>
          <p:cNvSpPr txBox="1">
            <a:spLocks/>
          </p:cNvSpPr>
          <p:nvPr/>
        </p:nvSpPr>
        <p:spPr>
          <a:xfrm>
            <a:off x="11538284" y="6354422"/>
            <a:ext cx="527107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6E6E7A8-C39D-48FF-B6BC-D7AA74AABAA8}" type="slidenum">
              <a:rPr lang="ru-RU" smtClean="0">
                <a:solidFill>
                  <a:schemeClr val="tx1"/>
                </a:solidFill>
                <a:latin typeface="Palatino Linotype" panose="02040502050505030304"/>
              </a:rPr>
              <a:pPr/>
              <a:t>6</a:t>
            </a:fld>
            <a:endParaRPr lang="ru-RU" dirty="0">
              <a:solidFill>
                <a:schemeClr val="tx1"/>
              </a:solidFill>
              <a:latin typeface="Palatino Linotype" panose="020405020505050303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1B8CF6-73CC-4894-B4B7-3AA1658E802C}"/>
              </a:ext>
            </a:extLst>
          </p:cNvPr>
          <p:cNvSpPr txBox="1"/>
          <p:nvPr/>
        </p:nvSpPr>
        <p:spPr>
          <a:xfrm>
            <a:off x="-66567" y="6488668"/>
            <a:ext cx="5074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Рис. 2.1. Дендрограмма ієрархічної кластеризації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FFD1F-BAB2-49DD-82CB-3FF83B92CA59}"/>
              </a:ext>
            </a:extLst>
          </p:cNvPr>
          <p:cNvSpPr txBox="1"/>
          <p:nvPr/>
        </p:nvSpPr>
        <p:spPr>
          <a:xfrm>
            <a:off x="5575887" y="6488668"/>
            <a:ext cx="5388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Рис. 2.2. Десять найбільш близьких до України країн</a:t>
            </a:r>
          </a:p>
        </p:txBody>
      </p:sp>
    </p:spTree>
    <p:extLst>
      <p:ext uri="{BB962C8B-B14F-4D97-AF65-F5344CB8AC3E}">
        <p14:creationId xmlns:p14="http://schemas.microsoft.com/office/powerpoint/2010/main" val="3548824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B1BF159F-3E8A-4144-99C3-D4596DF6EF9C}"/>
              </a:ext>
            </a:extLst>
          </p:cNvPr>
          <p:cNvSpPr txBox="1">
            <a:spLocks/>
          </p:cNvSpPr>
          <p:nvPr/>
        </p:nvSpPr>
        <p:spPr>
          <a:xfrm>
            <a:off x="11538284" y="6354422"/>
            <a:ext cx="527107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6E6E7A8-C39D-48FF-B6BC-D7AA74AABAA8}" type="slidenum">
              <a:rPr lang="ru-RU" smtClean="0">
                <a:solidFill>
                  <a:schemeClr val="tx1"/>
                </a:solidFill>
                <a:latin typeface="Palatino Linotype" panose="02040502050505030304"/>
              </a:rPr>
              <a:pPr/>
              <a:t>7</a:t>
            </a:fld>
            <a:endParaRPr lang="ru-RU" dirty="0">
              <a:solidFill>
                <a:schemeClr val="tx1"/>
              </a:solidFill>
              <a:latin typeface="Palatino Linotype" panose="02040502050505030304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9D8700E-A534-4DFC-B626-664AF67F3C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22261"/>
            <a:ext cx="4967785" cy="4335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445A677-CFD6-4260-A7D5-18F74DA219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435" y="0"/>
            <a:ext cx="8003702" cy="3125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5FC932F-9B7B-499C-805C-31E66BA334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5401" y="3158106"/>
            <a:ext cx="4124325" cy="36671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269323-25EB-4724-9434-074498A0ADE0}"/>
              </a:ext>
            </a:extLst>
          </p:cNvPr>
          <p:cNvSpPr txBox="1"/>
          <p:nvPr/>
        </p:nvSpPr>
        <p:spPr>
          <a:xfrm>
            <a:off x="0" y="1960381"/>
            <a:ext cx="40844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/>
              <a:t>Рис. 2.4. Діаграма розмаху варіабельності показників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4E6AA7-5D51-467B-96A9-82B053BD599A}"/>
              </a:ext>
            </a:extLst>
          </p:cNvPr>
          <p:cNvSpPr txBox="1"/>
          <p:nvPr/>
        </p:nvSpPr>
        <p:spPr>
          <a:xfrm>
            <a:off x="554955" y="1076465"/>
            <a:ext cx="3529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Рис. 2.3. Перелік країн в кластерах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37A4A8-68C6-47E9-8690-937574094725}"/>
              </a:ext>
            </a:extLst>
          </p:cNvPr>
          <p:cNvSpPr txBox="1"/>
          <p:nvPr/>
        </p:nvSpPr>
        <p:spPr>
          <a:xfrm>
            <a:off x="5292832" y="4204879"/>
            <a:ext cx="17981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/>
              <a:t>Рис. 2.5. Евклідові відстані між кластерами</a:t>
            </a:r>
          </a:p>
        </p:txBody>
      </p:sp>
    </p:spTree>
    <p:extLst>
      <p:ext uri="{BB962C8B-B14F-4D97-AF65-F5344CB8AC3E}">
        <p14:creationId xmlns:p14="http://schemas.microsoft.com/office/powerpoint/2010/main" val="11610550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1B0FFD31-460E-4D19-ABDE-9549C62864FD}"/>
              </a:ext>
            </a:extLst>
          </p:cNvPr>
          <p:cNvSpPr txBox="1">
            <a:spLocks/>
          </p:cNvSpPr>
          <p:nvPr/>
        </p:nvSpPr>
        <p:spPr>
          <a:xfrm>
            <a:off x="11538284" y="6354422"/>
            <a:ext cx="527107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6E6E7A8-C39D-48FF-B6BC-D7AA74AABAA8}" type="slidenum">
              <a:rPr lang="ru-RU" smtClean="0">
                <a:solidFill>
                  <a:schemeClr val="tx1"/>
                </a:solidFill>
                <a:latin typeface="Palatino Linotype" panose="02040502050505030304"/>
              </a:rPr>
              <a:pPr/>
              <a:t>8</a:t>
            </a:fld>
            <a:endParaRPr lang="ru-RU" dirty="0">
              <a:solidFill>
                <a:schemeClr val="tx1"/>
              </a:solidFill>
              <a:latin typeface="Palatino Linotype" panose="02040502050505030304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4D3725D-73E7-42A3-86BF-124242067D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29952"/>
            <a:ext cx="6796586" cy="365273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F7A89E-68EB-4518-A73F-F1DE6945B8AA}"/>
              </a:ext>
            </a:extLst>
          </p:cNvPr>
          <p:cNvSpPr txBox="1"/>
          <p:nvPr/>
        </p:nvSpPr>
        <p:spPr>
          <a:xfrm>
            <a:off x="354761" y="3662962"/>
            <a:ext cx="6241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Рис. 2.6. Середні показники кластерів відповідно до Ірландії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DCEC521-CECB-489C-BD41-6C38973626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587" y="1604498"/>
            <a:ext cx="5013358" cy="460974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4B00E0-4340-4D63-9C5B-C2537B48B100}"/>
              </a:ext>
            </a:extLst>
          </p:cNvPr>
          <p:cNvSpPr txBox="1"/>
          <p:nvPr/>
        </p:nvSpPr>
        <p:spPr>
          <a:xfrm>
            <a:off x="6511305" y="6354422"/>
            <a:ext cx="5026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Рис. 2.7. Матриця множинної кореляції факторів</a:t>
            </a:r>
          </a:p>
        </p:txBody>
      </p:sp>
    </p:spTree>
    <p:extLst>
      <p:ext uri="{BB962C8B-B14F-4D97-AF65-F5344CB8AC3E}">
        <p14:creationId xmlns:p14="http://schemas.microsoft.com/office/powerpoint/2010/main" val="4135043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A42384B7-DEA5-41CD-A49F-939276602BAB}"/>
              </a:ext>
            </a:extLst>
          </p:cNvPr>
          <p:cNvSpPr txBox="1">
            <a:spLocks/>
          </p:cNvSpPr>
          <p:nvPr/>
        </p:nvSpPr>
        <p:spPr>
          <a:xfrm>
            <a:off x="11405938" y="6354422"/>
            <a:ext cx="659454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6E6E7A8-C39D-48FF-B6BC-D7AA74AABAA8}" type="slidenum">
              <a:rPr lang="ru-RU" smtClean="0">
                <a:solidFill>
                  <a:schemeClr val="tx1"/>
                </a:solidFill>
                <a:latin typeface="Palatino Linotype" panose="02040502050505030304"/>
              </a:rPr>
              <a:pPr/>
              <a:t>9</a:t>
            </a:fld>
            <a:endParaRPr lang="ru-RU" dirty="0">
              <a:solidFill>
                <a:schemeClr val="tx1"/>
              </a:solidFill>
              <a:latin typeface="Palatino Linotype" panose="02040502050505030304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9081C3-E3C3-4266-88D9-A6A532726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9" y="0"/>
            <a:ext cx="7697266" cy="523873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7DC0C5-77D2-4B91-8518-26312F03F5E8}"/>
              </a:ext>
            </a:extLst>
          </p:cNvPr>
          <p:cNvSpPr txBox="1"/>
          <p:nvPr/>
        </p:nvSpPr>
        <p:spPr>
          <a:xfrm>
            <a:off x="924672" y="5253545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Рис. 2.8. Сили впливу незалежних факторів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398B65F-A37E-4AD8-A635-4EBE6D2C7556}"/>
                  </a:ext>
                </a:extLst>
              </p:cNvPr>
              <p:cNvSpPr txBox="1"/>
              <p:nvPr/>
            </p:nvSpPr>
            <p:spPr>
              <a:xfrm>
                <a:off x="7626859" y="83725"/>
                <a:ext cx="4565141" cy="62750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50000"/>
                  </a:lnSpc>
                </a:pPr>
                <a:r>
                  <a:rPr lang="uk-UA" sz="18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Регресійна модель має наступний вигляд</a:t>
                </a:r>
                <a:r>
                  <a:rPr lang="uk-UA">
                    <a:latin typeface="Times New Roman" panose="02020603050405020304" pitchFamily="18" charset="0"/>
                    <a:ea typeface="Calibri" panose="020F0502020204030204" pitchFamily="34" charset="0"/>
                  </a:rPr>
                  <a:t>:</a:t>
                </a:r>
                <a:endParaRPr lang="ru-RU" sz="180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uk-UA" i="1"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𝑌</m:t>
                      </m:r>
                      <m:r>
                        <a:rPr lang="uk-UA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=2157,45</m:t>
                      </m:r>
                      <m:r>
                        <a:rPr lang="uk-UA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𝑋</m:t>
                      </m:r>
                      <m:r>
                        <a:rPr lang="uk-UA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1+478,9</m:t>
                      </m:r>
                      <m:r>
                        <a:rPr lang="uk-UA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𝑋</m:t>
                      </m:r>
                      <m:r>
                        <a:rPr lang="uk-UA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2+910,48</m:t>
                      </m:r>
                      <m:r>
                        <a:rPr lang="uk-UA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𝑋</m:t>
                      </m:r>
                      <m:r>
                        <a:rPr lang="uk-UA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3</m:t>
                      </m:r>
                    </m:oMath>
                  </m:oMathPara>
                </a14:m>
                <a:endParaRPr lang="ru-RU" sz="1800" i="1">
                  <a:effectLst/>
                  <a:latin typeface="Cambria Math" panose="02040503050406030204" pitchFamily="18" charset="0"/>
                  <a:ea typeface="Calibri" panose="020F0502020204030204" pitchFamily="34" charset="0"/>
                </a:endParaRPr>
              </a:p>
              <a:p>
                <a:pPr indent="450215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uk-UA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+397,07</m:t>
                      </m:r>
                      <m:r>
                        <a:rPr lang="uk-UA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𝑋</m:t>
                      </m:r>
                      <m:r>
                        <a:rPr lang="uk-UA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4–478,39</m:t>
                      </m:r>
                      <m:r>
                        <a:rPr lang="uk-UA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𝑋</m:t>
                      </m:r>
                      <m:r>
                        <a:rPr lang="uk-UA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5+4308,76, </m:t>
                      </m:r>
                    </m:oMath>
                  </m:oMathPara>
                </a14:m>
                <a:endParaRPr lang="ru-RU" sz="180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 algn="just">
                  <a:lnSpc>
                    <a:spcPct val="150000"/>
                  </a:lnSpc>
                </a:pPr>
                <a:r>
                  <a:rPr lang="uk-UA" sz="18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де	Y – ВВП на одного працюючого, розрахований за ПКС в постійних цінах</a:t>
                </a:r>
                <a:endParaRPr lang="ru-RU" sz="180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 algn="just">
                  <a:lnSpc>
                    <a:spcPct val="150000"/>
                  </a:lnSpc>
                </a:pPr>
                <a:r>
                  <a:rPr lang="uk-UA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X1 – рівень екологічного сліду на душу населення</a:t>
                </a:r>
                <a:endParaRPr lang="ru-RU" sz="180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 algn="just">
                  <a:lnSpc>
                    <a:spcPct val="150000"/>
                  </a:lnSpc>
                </a:pPr>
                <a:r>
                  <a:rPr lang="uk-UA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X2 – частка високотехнологічного експорту у ВВП</a:t>
                </a:r>
                <a:endParaRPr lang="ru-RU" sz="180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 algn="just">
                  <a:lnSpc>
                    <a:spcPct val="150000"/>
                  </a:lnSpc>
                </a:pPr>
                <a:r>
                  <a:rPr lang="uk-UA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X3 – глобальний індекс інновацій</a:t>
                </a:r>
                <a:endParaRPr lang="ru-RU" sz="180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 algn="just">
                  <a:lnSpc>
                    <a:spcPct val="150000"/>
                  </a:lnSpc>
                </a:pPr>
                <a:r>
                  <a:rPr lang="uk-UA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X4 – споживання електроенергії на душу населення</a:t>
                </a:r>
                <a:endParaRPr lang="ru-RU" sz="180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 algn="just">
                  <a:lnSpc>
                    <a:spcPct val="150000"/>
                  </a:lnSpc>
                </a:pPr>
                <a:r>
                  <a:rPr lang="uk-UA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X5 – смертність від ДТП (на 100 000 населення).</a:t>
                </a:r>
                <a:endParaRPr lang="ru-RU" sz="180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398B65F-A37E-4AD8-A635-4EBE6D2C7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6859" y="83725"/>
                <a:ext cx="4565141" cy="6275051"/>
              </a:xfrm>
              <a:prstGeom prst="rect">
                <a:avLst/>
              </a:prstGeom>
              <a:blipFill>
                <a:blip r:embed="rId3"/>
                <a:stretch>
                  <a:fillRect l="-1068" r="-1202" b="-6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8326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862E1307-1D03-4980-8873-C5E2FCF58A90}"/>
              </a:ext>
            </a:extLst>
          </p:cNvPr>
          <p:cNvSpPr txBox="1">
            <a:spLocks/>
          </p:cNvSpPr>
          <p:nvPr/>
        </p:nvSpPr>
        <p:spPr>
          <a:xfrm>
            <a:off x="11544577" y="6321692"/>
            <a:ext cx="647423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6E6E7A8-C39D-48FF-B6BC-D7AA74AABAA8}" type="slidenum">
              <a:rPr lang="ru-RU" smtClean="0">
                <a:solidFill>
                  <a:schemeClr val="tx1"/>
                </a:solidFill>
                <a:latin typeface="Palatino Linotype" panose="02040502050505030304"/>
              </a:rPr>
              <a:pPr/>
              <a:t>10</a:t>
            </a:fld>
            <a:endParaRPr lang="ru-RU" dirty="0">
              <a:solidFill>
                <a:schemeClr val="tx1"/>
              </a:solidFill>
              <a:latin typeface="Palatino Linotype" panose="02040502050505030304"/>
            </a:endParaRPr>
          </a:p>
        </p:txBody>
      </p:sp>
      <p:graphicFrame>
        <p:nvGraphicFramePr>
          <p:cNvPr id="3" name="Диаграмма 2">
            <a:extLst>
              <a:ext uri="{FF2B5EF4-FFF2-40B4-BE49-F238E27FC236}">
                <a16:creationId xmlns:a16="http://schemas.microsoft.com/office/drawing/2014/main" id="{D8F11458-BD05-4F2D-B963-6377D3A496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8528476"/>
              </p:ext>
            </p:extLst>
          </p:nvPr>
        </p:nvGraphicFramePr>
        <p:xfrm>
          <a:off x="58002" y="434395"/>
          <a:ext cx="8488907" cy="3734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21D7D8A-9691-4A3F-B9CA-545640D3EEBA}"/>
              </a:ext>
            </a:extLst>
          </p:cNvPr>
          <p:cNvSpPr txBox="1"/>
          <p:nvPr/>
        </p:nvSpPr>
        <p:spPr>
          <a:xfrm>
            <a:off x="136478" y="94493"/>
            <a:ext cx="73527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Рис. 3.1. Приріст реального та потенційного ВВП в Україні 1989-2023 рр.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5F5D13F0-65B3-4F57-BA72-A373D3E733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668958"/>
              </p:ext>
            </p:extLst>
          </p:nvPr>
        </p:nvGraphicFramePr>
        <p:xfrm>
          <a:off x="838200" y="4264950"/>
          <a:ext cx="10515600" cy="2560320"/>
        </p:xfrm>
        <a:graphic>
          <a:graphicData uri="http://schemas.openxmlformats.org/drawingml/2006/table">
            <a:tbl>
              <a:tblPr firstRow="1" firstCol="1" bandRow="1"/>
              <a:tblGrid>
                <a:gridCol w="1556309">
                  <a:extLst>
                    <a:ext uri="{9D8B030D-6E8A-4147-A177-3AD203B41FA5}">
                      <a16:colId xmlns:a16="http://schemas.microsoft.com/office/drawing/2014/main" val="2588120757"/>
                    </a:ext>
                  </a:extLst>
                </a:gridCol>
                <a:gridCol w="860176">
                  <a:extLst>
                    <a:ext uri="{9D8B030D-6E8A-4147-A177-3AD203B41FA5}">
                      <a16:colId xmlns:a16="http://schemas.microsoft.com/office/drawing/2014/main" val="1402311701"/>
                    </a:ext>
                  </a:extLst>
                </a:gridCol>
                <a:gridCol w="1015807">
                  <a:extLst>
                    <a:ext uri="{9D8B030D-6E8A-4147-A177-3AD203B41FA5}">
                      <a16:colId xmlns:a16="http://schemas.microsoft.com/office/drawing/2014/main" val="1919239484"/>
                    </a:ext>
                  </a:extLst>
                </a:gridCol>
                <a:gridCol w="914857">
                  <a:extLst>
                    <a:ext uri="{9D8B030D-6E8A-4147-A177-3AD203B41FA5}">
                      <a16:colId xmlns:a16="http://schemas.microsoft.com/office/drawing/2014/main" val="685098752"/>
                    </a:ext>
                  </a:extLst>
                </a:gridCol>
                <a:gridCol w="698236">
                  <a:extLst>
                    <a:ext uri="{9D8B030D-6E8A-4147-A177-3AD203B41FA5}">
                      <a16:colId xmlns:a16="http://schemas.microsoft.com/office/drawing/2014/main" val="2890855489"/>
                    </a:ext>
                  </a:extLst>
                </a:gridCol>
                <a:gridCol w="1043148">
                  <a:extLst>
                    <a:ext uri="{9D8B030D-6E8A-4147-A177-3AD203B41FA5}">
                      <a16:colId xmlns:a16="http://schemas.microsoft.com/office/drawing/2014/main" val="2718215555"/>
                    </a:ext>
                  </a:extLst>
                </a:gridCol>
                <a:gridCol w="828629">
                  <a:extLst>
                    <a:ext uri="{9D8B030D-6E8A-4147-A177-3AD203B41FA5}">
                      <a16:colId xmlns:a16="http://schemas.microsoft.com/office/drawing/2014/main" val="2596012509"/>
                    </a:ext>
                  </a:extLst>
                </a:gridCol>
                <a:gridCol w="828629">
                  <a:extLst>
                    <a:ext uri="{9D8B030D-6E8A-4147-A177-3AD203B41FA5}">
                      <a16:colId xmlns:a16="http://schemas.microsoft.com/office/drawing/2014/main" val="3655255557"/>
                    </a:ext>
                  </a:extLst>
                </a:gridCol>
                <a:gridCol w="1114654">
                  <a:extLst>
                    <a:ext uri="{9D8B030D-6E8A-4147-A177-3AD203B41FA5}">
                      <a16:colId xmlns:a16="http://schemas.microsoft.com/office/drawing/2014/main" val="2614239800"/>
                    </a:ext>
                  </a:extLst>
                </a:gridCol>
                <a:gridCol w="828629">
                  <a:extLst>
                    <a:ext uri="{9D8B030D-6E8A-4147-A177-3AD203B41FA5}">
                      <a16:colId xmlns:a16="http://schemas.microsoft.com/office/drawing/2014/main" val="1566349331"/>
                    </a:ext>
                  </a:extLst>
                </a:gridCol>
                <a:gridCol w="826526">
                  <a:extLst>
                    <a:ext uri="{9D8B030D-6E8A-4147-A177-3AD203B41FA5}">
                      <a16:colId xmlns:a16="http://schemas.microsoft.com/office/drawing/2014/main" val="4216092536"/>
                    </a:ext>
                  </a:extLst>
                </a:gridCol>
              </a:tblGrid>
              <a:tr h="16446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Географіч­ний кластер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Реальний ВВП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Потенційний ВВП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Фільтр Калмана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Фільтр ХП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ВВП ПКС на душу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% США, 1989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% США, 2023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ВВП ПКС на 1 прац.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% США, 1989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% США, 2023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2954637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Країни Західної Європи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164,9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97,3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99,7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98,1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146,7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90,9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78,7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132,6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101,0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82,0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623204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Країни Східної Європи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126,9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98,2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98,5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97,8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174,1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45,8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47,0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164,8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48,9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49,4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6054734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Країни колишнього "соцблоку"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142,1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99,7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99,5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98,0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153,4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49,6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45,0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151,6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50,8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47,2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2072343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Країни Південно-Східної Азії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659,1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100,6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102,7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95,9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461,1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11,4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31,0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428,5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11,0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29,0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604688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Країни "Латинської Америки"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217,9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91,9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92,1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96,4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155,3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29,6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27,1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126,2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37,7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29,1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5204396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Країни "Близького Сходу"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356,3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100,6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97,0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98,1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180,2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22,7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24,2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150,7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37,1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34,3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511075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7DE3ABD-5F18-4E82-A335-51AD6F40B9C7}"/>
              </a:ext>
            </a:extLst>
          </p:cNvPr>
          <p:cNvSpPr txBox="1"/>
          <p:nvPr/>
        </p:nvSpPr>
        <p:spPr>
          <a:xfrm>
            <a:off x="6012978" y="3575092"/>
            <a:ext cx="6121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/>
              <a:t>Таблиця 3.1.</a:t>
            </a:r>
          </a:p>
          <a:p>
            <a:pPr algn="r"/>
            <a:r>
              <a:rPr lang="ru-RU"/>
              <a:t>Прирости економік регіонів світу 1989-2023 рр, %</a:t>
            </a:r>
          </a:p>
        </p:txBody>
      </p:sp>
    </p:spTree>
    <p:extLst>
      <p:ext uri="{BB962C8B-B14F-4D97-AF65-F5344CB8AC3E}">
        <p14:creationId xmlns:p14="http://schemas.microsoft.com/office/powerpoint/2010/main" val="2421758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4B6B0070-804A-4133-B974-7A0A7E6594C5}"/>
              </a:ext>
            </a:extLst>
          </p:cNvPr>
          <p:cNvSpPr txBox="1">
            <a:spLocks/>
          </p:cNvSpPr>
          <p:nvPr/>
        </p:nvSpPr>
        <p:spPr>
          <a:xfrm>
            <a:off x="11357812" y="6354422"/>
            <a:ext cx="707580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6E6E7A8-C39D-48FF-B6BC-D7AA74AABAA8}" type="slidenum">
              <a:rPr lang="ru-RU" smtClean="0">
                <a:solidFill>
                  <a:schemeClr val="tx1"/>
                </a:solidFill>
                <a:latin typeface="Palatino Linotype" panose="02040502050505030304"/>
              </a:rPr>
              <a:pPr/>
              <a:t>11</a:t>
            </a:fld>
            <a:endParaRPr lang="ru-RU" dirty="0">
              <a:solidFill>
                <a:schemeClr val="tx1"/>
              </a:solidFill>
              <a:latin typeface="Palatino Linotype" panose="02040502050505030304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91F8A3F9-6F3B-4EBD-A04F-D4B953A430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710644"/>
              </p:ext>
            </p:extLst>
          </p:nvPr>
        </p:nvGraphicFramePr>
        <p:xfrm>
          <a:off x="123691" y="1253333"/>
          <a:ext cx="5848616" cy="4351334"/>
        </p:xfrm>
        <a:graphic>
          <a:graphicData uri="http://schemas.openxmlformats.org/drawingml/2006/table">
            <a:tbl>
              <a:tblPr firstRow="1" firstCol="1" bandRow="1"/>
              <a:tblGrid>
                <a:gridCol w="285636">
                  <a:extLst>
                    <a:ext uri="{9D8B030D-6E8A-4147-A177-3AD203B41FA5}">
                      <a16:colId xmlns:a16="http://schemas.microsoft.com/office/drawing/2014/main" val="232686114"/>
                    </a:ext>
                  </a:extLst>
                </a:gridCol>
                <a:gridCol w="870121">
                  <a:extLst>
                    <a:ext uri="{9D8B030D-6E8A-4147-A177-3AD203B41FA5}">
                      <a16:colId xmlns:a16="http://schemas.microsoft.com/office/drawing/2014/main" val="344630185"/>
                    </a:ext>
                  </a:extLst>
                </a:gridCol>
                <a:gridCol w="499549">
                  <a:extLst>
                    <a:ext uri="{9D8B030D-6E8A-4147-A177-3AD203B41FA5}">
                      <a16:colId xmlns:a16="http://schemas.microsoft.com/office/drawing/2014/main" val="3959414006"/>
                    </a:ext>
                  </a:extLst>
                </a:gridCol>
                <a:gridCol w="570643">
                  <a:extLst>
                    <a:ext uri="{9D8B030D-6E8A-4147-A177-3AD203B41FA5}">
                      <a16:colId xmlns:a16="http://schemas.microsoft.com/office/drawing/2014/main" val="1327586831"/>
                    </a:ext>
                  </a:extLst>
                </a:gridCol>
                <a:gridCol w="463685">
                  <a:extLst>
                    <a:ext uri="{9D8B030D-6E8A-4147-A177-3AD203B41FA5}">
                      <a16:colId xmlns:a16="http://schemas.microsoft.com/office/drawing/2014/main" val="3077933121"/>
                    </a:ext>
                  </a:extLst>
                </a:gridCol>
                <a:gridCol w="457396">
                  <a:extLst>
                    <a:ext uri="{9D8B030D-6E8A-4147-A177-3AD203B41FA5}">
                      <a16:colId xmlns:a16="http://schemas.microsoft.com/office/drawing/2014/main" val="2373237383"/>
                    </a:ext>
                  </a:extLst>
                </a:gridCol>
                <a:gridCol w="463685">
                  <a:extLst>
                    <a:ext uri="{9D8B030D-6E8A-4147-A177-3AD203B41FA5}">
                      <a16:colId xmlns:a16="http://schemas.microsoft.com/office/drawing/2014/main" val="339050343"/>
                    </a:ext>
                  </a:extLst>
                </a:gridCol>
                <a:gridCol w="423423">
                  <a:extLst>
                    <a:ext uri="{9D8B030D-6E8A-4147-A177-3AD203B41FA5}">
                      <a16:colId xmlns:a16="http://schemas.microsoft.com/office/drawing/2014/main" val="2068775899"/>
                    </a:ext>
                  </a:extLst>
                </a:gridCol>
                <a:gridCol w="463685">
                  <a:extLst>
                    <a:ext uri="{9D8B030D-6E8A-4147-A177-3AD203B41FA5}">
                      <a16:colId xmlns:a16="http://schemas.microsoft.com/office/drawing/2014/main" val="1414937938"/>
                    </a:ext>
                  </a:extLst>
                </a:gridCol>
                <a:gridCol w="463685">
                  <a:extLst>
                    <a:ext uri="{9D8B030D-6E8A-4147-A177-3AD203B41FA5}">
                      <a16:colId xmlns:a16="http://schemas.microsoft.com/office/drawing/2014/main" val="2239254560"/>
                    </a:ext>
                  </a:extLst>
                </a:gridCol>
                <a:gridCol w="423423">
                  <a:extLst>
                    <a:ext uri="{9D8B030D-6E8A-4147-A177-3AD203B41FA5}">
                      <a16:colId xmlns:a16="http://schemas.microsoft.com/office/drawing/2014/main" val="1271838650"/>
                    </a:ext>
                  </a:extLst>
                </a:gridCol>
                <a:gridCol w="463685">
                  <a:extLst>
                    <a:ext uri="{9D8B030D-6E8A-4147-A177-3AD203B41FA5}">
                      <a16:colId xmlns:a16="http://schemas.microsoft.com/office/drawing/2014/main" val="1292923085"/>
                    </a:ext>
                  </a:extLst>
                </a:gridCol>
              </a:tblGrid>
              <a:tr h="719044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№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Країна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71755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Реальний ВВП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71755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Потенційний ВВП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71755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Фільтр Калмана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71755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Фільтр ХП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71755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ВВП ПКС на душу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71755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% США, 1989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71755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% США, 2023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71755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ВВП ПКС на 1 прац.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71755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% США, 1989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71755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% США, 2023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943263"/>
                  </a:ext>
                </a:extLst>
              </a:tr>
              <a:tr h="363229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Південна Корея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457,1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118,2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111,6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101,1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397,3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29,3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68,7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314,9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31,3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60,5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6520830"/>
                  </a:ext>
                </a:extLst>
              </a:tr>
              <a:tr h="363229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Ірландія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312,7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103,8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103,3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99,9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429,9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61,9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157,0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299,3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83,6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153,4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9106406"/>
                  </a:ext>
                </a:extLst>
              </a:tr>
              <a:tr h="363229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Туреччина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443,9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99,0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100,9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98,7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299,5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26,4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46,7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273,6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36,8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61,7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029596"/>
                  </a:ext>
                </a:extLst>
              </a:tr>
              <a:tr h="363229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Румунія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164,3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109,9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103,3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98,7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218,5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42,7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55,0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253,3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42,4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65,8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781479"/>
                  </a:ext>
                </a:extLst>
              </a:tr>
              <a:tr h="363229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Польща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282,3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112,5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107,5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98,2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303,5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33,4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59,8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248,6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39,6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60,3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9130503"/>
                  </a:ext>
                </a:extLst>
              </a:tr>
              <a:tr h="363229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Сінгапур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559,9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96,9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94,1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100,2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307,5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95,5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173,2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246,4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95,1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143,6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469718"/>
                  </a:ext>
                </a:extLst>
              </a:tr>
              <a:tr h="363229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Литва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147,9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108,8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105,9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98,9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209,5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50,7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62,8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216,4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47,3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62,7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6918925"/>
                  </a:ext>
                </a:extLst>
              </a:tr>
              <a:tr h="363229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Гонконг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268,6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103,7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100,3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98,9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210,8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70,3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87,5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214,0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67,2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88,1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1587635"/>
                  </a:ext>
                </a:extLst>
              </a:tr>
              <a:tr h="363229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Казахстан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224,9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107,5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103,6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99,6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201,8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40,4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48,1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209,3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40,1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51,4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58793"/>
                  </a:ext>
                </a:extLst>
              </a:tr>
              <a:tr h="363229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Естонія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171,8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117,4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106,7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95,6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203,2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47,6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57,0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202,5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43,9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54,4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2684" marR="526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788400"/>
                  </a:ext>
                </a:extLst>
              </a:tr>
            </a:tbl>
          </a:graphicData>
        </a:graphic>
      </p:graphicFrame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AA7F9BED-9D7B-41EA-AD6A-2222F07E5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039348"/>
              </p:ext>
            </p:extLst>
          </p:nvPr>
        </p:nvGraphicFramePr>
        <p:xfrm>
          <a:off x="6095998" y="2003088"/>
          <a:ext cx="5969393" cy="4351334"/>
        </p:xfrm>
        <a:graphic>
          <a:graphicData uri="http://schemas.openxmlformats.org/drawingml/2006/table">
            <a:tbl>
              <a:tblPr firstRow="1" firstCol="1" bandRow="1"/>
              <a:tblGrid>
                <a:gridCol w="289665">
                  <a:extLst>
                    <a:ext uri="{9D8B030D-6E8A-4147-A177-3AD203B41FA5}">
                      <a16:colId xmlns:a16="http://schemas.microsoft.com/office/drawing/2014/main" val="2091385072"/>
                    </a:ext>
                  </a:extLst>
                </a:gridCol>
                <a:gridCol w="831989">
                  <a:extLst>
                    <a:ext uri="{9D8B030D-6E8A-4147-A177-3AD203B41FA5}">
                      <a16:colId xmlns:a16="http://schemas.microsoft.com/office/drawing/2014/main" val="599224819"/>
                    </a:ext>
                  </a:extLst>
                </a:gridCol>
                <a:gridCol w="506594">
                  <a:extLst>
                    <a:ext uri="{9D8B030D-6E8A-4147-A177-3AD203B41FA5}">
                      <a16:colId xmlns:a16="http://schemas.microsoft.com/office/drawing/2014/main" val="2758253677"/>
                    </a:ext>
                  </a:extLst>
                </a:gridCol>
                <a:gridCol w="509785">
                  <a:extLst>
                    <a:ext uri="{9D8B030D-6E8A-4147-A177-3AD203B41FA5}">
                      <a16:colId xmlns:a16="http://schemas.microsoft.com/office/drawing/2014/main" val="1320044394"/>
                    </a:ext>
                  </a:extLst>
                </a:gridCol>
                <a:gridCol w="506594">
                  <a:extLst>
                    <a:ext uri="{9D8B030D-6E8A-4147-A177-3AD203B41FA5}">
                      <a16:colId xmlns:a16="http://schemas.microsoft.com/office/drawing/2014/main" val="871107269"/>
                    </a:ext>
                  </a:extLst>
                </a:gridCol>
                <a:gridCol w="508508">
                  <a:extLst>
                    <a:ext uri="{9D8B030D-6E8A-4147-A177-3AD203B41FA5}">
                      <a16:colId xmlns:a16="http://schemas.microsoft.com/office/drawing/2014/main" val="333873425"/>
                    </a:ext>
                  </a:extLst>
                </a:gridCol>
                <a:gridCol w="470227">
                  <a:extLst>
                    <a:ext uri="{9D8B030D-6E8A-4147-A177-3AD203B41FA5}">
                      <a16:colId xmlns:a16="http://schemas.microsoft.com/office/drawing/2014/main" val="895338045"/>
                    </a:ext>
                  </a:extLst>
                </a:gridCol>
                <a:gridCol w="468951">
                  <a:extLst>
                    <a:ext uri="{9D8B030D-6E8A-4147-A177-3AD203B41FA5}">
                      <a16:colId xmlns:a16="http://schemas.microsoft.com/office/drawing/2014/main" val="1940468421"/>
                    </a:ext>
                  </a:extLst>
                </a:gridCol>
                <a:gridCol w="468951">
                  <a:extLst>
                    <a:ext uri="{9D8B030D-6E8A-4147-A177-3AD203B41FA5}">
                      <a16:colId xmlns:a16="http://schemas.microsoft.com/office/drawing/2014/main" val="1502985652"/>
                    </a:ext>
                  </a:extLst>
                </a:gridCol>
                <a:gridCol w="470227">
                  <a:extLst>
                    <a:ext uri="{9D8B030D-6E8A-4147-A177-3AD203B41FA5}">
                      <a16:colId xmlns:a16="http://schemas.microsoft.com/office/drawing/2014/main" val="186896806"/>
                    </a:ext>
                  </a:extLst>
                </a:gridCol>
                <a:gridCol w="468951">
                  <a:extLst>
                    <a:ext uri="{9D8B030D-6E8A-4147-A177-3AD203B41FA5}">
                      <a16:colId xmlns:a16="http://schemas.microsoft.com/office/drawing/2014/main" val="3765228537"/>
                    </a:ext>
                  </a:extLst>
                </a:gridCol>
                <a:gridCol w="468951">
                  <a:extLst>
                    <a:ext uri="{9D8B030D-6E8A-4147-A177-3AD203B41FA5}">
                      <a16:colId xmlns:a16="http://schemas.microsoft.com/office/drawing/2014/main" val="2440090645"/>
                    </a:ext>
                  </a:extLst>
                </a:gridCol>
              </a:tblGrid>
              <a:tr h="66593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№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Країна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71755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Реальний ВВП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71755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Потен-ційний ВВП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71755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Фільтр Калмана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71755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Фільтр ХП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71755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ВВП ПКС на душу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71755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% США, 1989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71755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% США, 2023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71755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ВВП ПКС на 1 прац.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71755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% США, 1989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71755" marR="71755"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% США, 2023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8492810"/>
                  </a:ext>
                </a:extLst>
              </a:tr>
              <a:tr h="34993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ОАЕ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399,4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110,8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99,7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96,7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78,0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223,1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102,7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59,0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204,8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74,1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2709411"/>
                  </a:ext>
                </a:extLst>
              </a:tr>
              <a:tr h="34993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Молдова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63,3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87,1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91,5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97,6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96,4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37,4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21,3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70,9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41,5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18,0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659737"/>
                  </a:ext>
                </a:extLst>
              </a:tr>
              <a:tr h="34993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Оман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296,3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71,2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81,0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97,6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115,8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79,5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54,4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72,9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121,6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54,3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3091547"/>
                  </a:ext>
                </a:extLst>
              </a:tr>
              <a:tr h="34993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Габон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204,0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102,2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101,4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97,0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83,9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54,2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26,9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80,9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106,6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52,8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7258657"/>
                  </a:ext>
                </a:extLst>
              </a:tr>
              <a:tr h="34993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Україна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37,3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72,7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83,0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97,4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84,5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54,1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27,0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87,2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55,8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29,8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7880328"/>
                  </a:ext>
                </a:extLst>
              </a:tr>
              <a:tr h="536034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Саудівська Аравія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297,3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77,8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86,6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99,4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134,1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85,1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67,3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89,3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138,6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75,9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867648"/>
                  </a:ext>
                </a:extLst>
              </a:tr>
              <a:tr h="34993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Алжир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222,9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88,9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94,8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100,8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129,5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27,3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20,8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101,0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64,0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39,6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6357350"/>
                  </a:ext>
                </a:extLst>
              </a:tr>
              <a:tr h="34993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Мексика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204,1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96,7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96,5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97,6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133,3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38,6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30,4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102,0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52,5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32,8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2665249"/>
                  </a:ext>
                </a:extLst>
              </a:tr>
              <a:tr h="34993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Бахрейн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359,7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81,8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82,6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98,1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142,3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93,0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78,2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107,1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102,9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67,5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481280"/>
                  </a:ext>
                </a:extLst>
              </a:tr>
              <a:tr h="34993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Іспанія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191,4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94,3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100,6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101,1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154,3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69,1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63,0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118,7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97,0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</a:pPr>
                      <a:r>
                        <a:rPr lang="uk-UA" sz="10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70,5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50755" marR="5075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731166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276D21D-D28C-45BC-BA85-FD1CA7CF788A}"/>
              </a:ext>
            </a:extLst>
          </p:cNvPr>
          <p:cNvSpPr txBox="1"/>
          <p:nvPr/>
        </p:nvSpPr>
        <p:spPr>
          <a:xfrm>
            <a:off x="6030420" y="1001003"/>
            <a:ext cx="61005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/>
              <a:t>Таблиця 3.3.</a:t>
            </a:r>
          </a:p>
          <a:p>
            <a:pPr algn="r"/>
            <a:r>
              <a:rPr lang="ru-RU"/>
              <a:t>Прирости ВВП 10 найбільш повільно розвиваючих розвинутих економік світу 1989-2023 рр., 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85A041-6186-487C-A4CD-709EEF28C507}"/>
              </a:ext>
            </a:extLst>
          </p:cNvPr>
          <p:cNvSpPr txBox="1"/>
          <p:nvPr/>
        </p:nvSpPr>
        <p:spPr>
          <a:xfrm>
            <a:off x="0" y="5707817"/>
            <a:ext cx="61210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Табл. 3.2.</a:t>
            </a:r>
          </a:p>
          <a:p>
            <a:r>
              <a:rPr lang="ru-RU"/>
              <a:t>Прирости ВВП 10 найбільш швидко розвиваючих розвинутих економік світу 1989-2023 рр., %</a:t>
            </a:r>
          </a:p>
        </p:txBody>
      </p:sp>
    </p:spTree>
    <p:extLst>
      <p:ext uri="{BB962C8B-B14F-4D97-AF65-F5344CB8AC3E}">
        <p14:creationId xmlns:p14="http://schemas.microsoft.com/office/powerpoint/2010/main" val="22560815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4B6B0070-804A-4133-B974-7A0A7E6594C5}"/>
              </a:ext>
            </a:extLst>
          </p:cNvPr>
          <p:cNvSpPr txBox="1">
            <a:spLocks/>
          </p:cNvSpPr>
          <p:nvPr/>
        </p:nvSpPr>
        <p:spPr>
          <a:xfrm>
            <a:off x="11357812" y="6354422"/>
            <a:ext cx="707580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6E6E7A8-C39D-48FF-B6BC-D7AA74AABAA8}" type="slidenum">
              <a:rPr lang="ru-RU" smtClean="0">
                <a:solidFill>
                  <a:schemeClr val="tx1"/>
                </a:solidFill>
                <a:latin typeface="Palatino Linotype" panose="02040502050505030304"/>
              </a:rPr>
              <a:pPr/>
              <a:t>12</a:t>
            </a:fld>
            <a:endParaRPr lang="ru-RU" dirty="0">
              <a:solidFill>
                <a:schemeClr val="tx1"/>
              </a:solidFill>
              <a:latin typeface="Palatino Linotype" panose="02040502050505030304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65D67EE-0E77-4ECA-AB04-1AEA0FAC2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" y="1523330"/>
            <a:ext cx="5656640" cy="44480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35A6E4-9563-4D02-891B-381CE41F32A9}"/>
              </a:ext>
            </a:extLst>
          </p:cNvPr>
          <p:cNvSpPr txBox="1"/>
          <p:nvPr/>
        </p:nvSpPr>
        <p:spPr>
          <a:xfrm>
            <a:off x="2276" y="5971374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Рис. 3.2 Цикл впливу факторів зі стабілізаційним трендом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0D86B8D-3324-4DE2-8B2B-87D9ABC581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911" y="210493"/>
            <a:ext cx="5943600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4129B1-7AE0-4159-B1C2-754067A761D7}"/>
              </a:ext>
            </a:extLst>
          </p:cNvPr>
          <p:cNvSpPr txBox="1"/>
          <p:nvPr/>
        </p:nvSpPr>
        <p:spPr>
          <a:xfrm>
            <a:off x="6096000" y="4884988"/>
            <a:ext cx="59693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Рис. 3.3 Цикл впливу факторів зі посилюючим трендом</a:t>
            </a:r>
          </a:p>
        </p:txBody>
      </p:sp>
    </p:spTree>
    <p:extLst>
      <p:ext uri="{BB962C8B-B14F-4D97-AF65-F5344CB8AC3E}">
        <p14:creationId xmlns:p14="http://schemas.microsoft.com/office/powerpoint/2010/main" val="37454231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3C5E94-AB13-4A23-9ED6-2CCA9F1E9317}"/>
              </a:ext>
            </a:extLst>
          </p:cNvPr>
          <p:cNvSpPr txBox="1"/>
          <p:nvPr/>
        </p:nvSpPr>
        <p:spPr>
          <a:xfrm>
            <a:off x="3336758" y="2921168"/>
            <a:ext cx="55184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6000">
                <a:latin typeface="Times New Roman" panose="02020603050405020304" pitchFamily="18" charset="0"/>
                <a:cs typeface="Times New Roman" panose="02020603050405020304" pitchFamily="18" charset="0"/>
              </a:rPr>
              <a:t>Дякую за увагу!</a:t>
            </a:r>
            <a:endParaRPr lang="ru-RU" sz="6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482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8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B49082"/>
      </a:accent1>
      <a:accent2>
        <a:srgbClr val="B27B39"/>
      </a:accent2>
      <a:accent3>
        <a:srgbClr val="849797"/>
      </a:accent3>
      <a:accent4>
        <a:srgbClr val="DBB09C"/>
      </a:accent4>
      <a:accent5>
        <a:srgbClr val="84A1AB"/>
      </a:accent5>
      <a:accent6>
        <a:srgbClr val="988A7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明朝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明朝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Стандартная">
    <a:majorFont>
      <a:latin typeface="Cambria"/>
      <a:ea typeface=""/>
      <a:cs typeface=""/>
      <a:font script="Jpan" typeface="ＭＳ 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明朝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1038</Words>
  <Application>Microsoft Office PowerPoint</Application>
  <PresentationFormat>Широкоэкранный</PresentationFormat>
  <Paragraphs>419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Palatino Linotype</vt:lpstr>
      <vt:lpstr>Seravek</vt:lpstr>
      <vt:lpstr>Times New Roman</vt:lpstr>
      <vt:lpstr>Office Theme</vt:lpstr>
      <vt:lpstr>ДИПЛОМНА РОБОТА на тему: Моделювання рівня ефективності економік країн світу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dc:creator>Microsoft Office User</dc:creator>
  <cp:lastModifiedBy>Артур Основной</cp:lastModifiedBy>
  <cp:revision>12</cp:revision>
  <dcterms:created xsi:type="dcterms:W3CDTF">2024-02-13T07:31:22Z</dcterms:created>
  <dcterms:modified xsi:type="dcterms:W3CDTF">2024-11-26T21:52:32Z</dcterms:modified>
</cp:coreProperties>
</file>